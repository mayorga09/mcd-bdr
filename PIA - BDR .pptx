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9"/>
  </p:notesMasterIdLst>
  <p:sldIdLst>
    <p:sldId id="256" r:id="rId2"/>
    <p:sldId id="257" r:id="rId3"/>
    <p:sldId id="258" r:id="rId4"/>
    <p:sldId id="259" r:id="rId5"/>
    <p:sldId id="260" r:id="rId6"/>
    <p:sldId id="262" r:id="rId7"/>
    <p:sldId id="261"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7356" autoAdjust="0"/>
  </p:normalViewPr>
  <p:slideViewPr>
    <p:cSldViewPr snapToGrid="0">
      <p:cViewPr varScale="1">
        <p:scale>
          <a:sx n="61" d="100"/>
          <a:sy n="61" d="100"/>
        </p:scale>
        <p:origin x="109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8F03C7-C8C4-4DE8-840C-E9819713C300}" type="doc">
      <dgm:prSet loTypeId="urn:microsoft.com/office/officeart/2008/layout/LinedList" loCatId="list" qsTypeId="urn:microsoft.com/office/officeart/2005/8/quickstyle/simple5" qsCatId="simple" csTypeId="urn:microsoft.com/office/officeart/2005/8/colors/colorful5" csCatId="colorful" phldr="1"/>
      <dgm:spPr/>
      <dgm:t>
        <a:bodyPr/>
        <a:lstStyle/>
        <a:p>
          <a:endParaRPr lang="en-US"/>
        </a:p>
      </dgm:t>
    </dgm:pt>
    <dgm:pt modelId="{120755E6-FAED-471B-93C5-C20339594CD7}">
      <dgm:prSet/>
      <dgm:spPr/>
      <dgm:t>
        <a:bodyPr/>
        <a:lstStyle/>
        <a:p>
          <a:r>
            <a:rPr lang="es-MX" dirty="0"/>
            <a:t>En los últimos años donde conceptos como ciencia de datos, </a:t>
          </a:r>
          <a:r>
            <a:rPr lang="es-MX" dirty="0" err="1"/>
            <a:t>big</a:t>
          </a:r>
          <a:r>
            <a:rPr lang="es-MX" dirty="0"/>
            <a:t> data, machine </a:t>
          </a:r>
          <a:r>
            <a:rPr lang="es-MX" dirty="0" err="1"/>
            <a:t>learning</a:t>
          </a:r>
          <a:r>
            <a:rPr lang="es-MX" dirty="0"/>
            <a:t> han cobrado mucha popularidad, esta popularidad ha provocado que se desarrollen soluciones distintas para el manejo de datos, y más cuando hablamos de volúmenes masivos.</a:t>
          </a:r>
          <a:endParaRPr lang="en-US" dirty="0"/>
        </a:p>
      </dgm:t>
    </dgm:pt>
    <dgm:pt modelId="{81DB5204-4B92-45F3-BB38-7FB889539A33}" type="parTrans" cxnId="{407E939C-279D-4F1E-8FC6-01D957CE131C}">
      <dgm:prSet/>
      <dgm:spPr/>
      <dgm:t>
        <a:bodyPr/>
        <a:lstStyle/>
        <a:p>
          <a:endParaRPr lang="en-US"/>
        </a:p>
      </dgm:t>
    </dgm:pt>
    <dgm:pt modelId="{15EB108D-EDEA-44B5-A11B-9EEAC31C39F2}" type="sibTrans" cxnId="{407E939C-279D-4F1E-8FC6-01D957CE131C}">
      <dgm:prSet/>
      <dgm:spPr/>
      <dgm:t>
        <a:bodyPr/>
        <a:lstStyle/>
        <a:p>
          <a:endParaRPr lang="en-US"/>
        </a:p>
      </dgm:t>
    </dgm:pt>
    <dgm:pt modelId="{92C91567-2D35-49FB-B3A3-FF473F6B9BB0}">
      <dgm:prSet/>
      <dgm:spPr/>
      <dgm:t>
        <a:bodyPr/>
        <a:lstStyle/>
        <a:p>
          <a:r>
            <a:rPr lang="es-MX"/>
            <a:t>Empezando con Apache Spark surge en 2009 como proyecto de investigación de la universidad de California, Berkeley, para mejorar el procesamiento de datos especialmente para tareas de aprendizaje automático. En 2010 se convirtió en un proyecto de código abierto</a:t>
          </a:r>
          <a:endParaRPr lang="en-US"/>
        </a:p>
      </dgm:t>
    </dgm:pt>
    <dgm:pt modelId="{C24E57C5-2E47-431E-9731-67894E0BC943}" type="parTrans" cxnId="{8B48AEB0-AAFD-45D4-B05B-C4A84D5585FE}">
      <dgm:prSet/>
      <dgm:spPr/>
      <dgm:t>
        <a:bodyPr/>
        <a:lstStyle/>
        <a:p>
          <a:endParaRPr lang="en-US"/>
        </a:p>
      </dgm:t>
    </dgm:pt>
    <dgm:pt modelId="{D65CC991-3A63-4C80-B88A-D7BD35A203E5}" type="sibTrans" cxnId="{8B48AEB0-AAFD-45D4-B05B-C4A84D5585FE}">
      <dgm:prSet/>
      <dgm:spPr/>
      <dgm:t>
        <a:bodyPr/>
        <a:lstStyle/>
        <a:p>
          <a:endParaRPr lang="en-US"/>
        </a:p>
      </dgm:t>
    </dgm:pt>
    <dgm:pt modelId="{D0E05A49-BDE5-4C80-ABC5-F54D01B1E813}">
      <dgm:prSet/>
      <dgm:spPr/>
      <dgm:t>
        <a:bodyPr/>
        <a:lstStyle/>
        <a:p>
          <a:r>
            <a:rPr lang="es-MX"/>
            <a:t>Databricks es una plataforma de Analisis basada en Apache Spark, en esencia proporciona un ambiente optimo para el desarrollo de Spark. </a:t>
          </a:r>
          <a:endParaRPr lang="en-US"/>
        </a:p>
      </dgm:t>
    </dgm:pt>
    <dgm:pt modelId="{009DE9C7-6F8E-4475-8DA5-0BF4CFDCB75A}" type="parTrans" cxnId="{3AD9A89E-6529-4E8B-9641-538710464CFA}">
      <dgm:prSet/>
      <dgm:spPr/>
      <dgm:t>
        <a:bodyPr/>
        <a:lstStyle/>
        <a:p>
          <a:endParaRPr lang="en-US"/>
        </a:p>
      </dgm:t>
    </dgm:pt>
    <dgm:pt modelId="{11A9D5C0-91C5-44B0-A601-F58D5AB6FFEC}" type="sibTrans" cxnId="{3AD9A89E-6529-4E8B-9641-538710464CFA}">
      <dgm:prSet/>
      <dgm:spPr/>
      <dgm:t>
        <a:bodyPr/>
        <a:lstStyle/>
        <a:p>
          <a:endParaRPr lang="en-US"/>
        </a:p>
      </dgm:t>
    </dgm:pt>
    <dgm:pt modelId="{2D85BAEE-1F2B-42ED-BB60-370AD692EC90}" type="pres">
      <dgm:prSet presAssocID="{048F03C7-C8C4-4DE8-840C-E9819713C300}" presName="vert0" presStyleCnt="0">
        <dgm:presLayoutVars>
          <dgm:dir/>
          <dgm:animOne val="branch"/>
          <dgm:animLvl val="lvl"/>
        </dgm:presLayoutVars>
      </dgm:prSet>
      <dgm:spPr/>
    </dgm:pt>
    <dgm:pt modelId="{3A5BDE82-DA80-4486-9BFC-C812E223675B}" type="pres">
      <dgm:prSet presAssocID="{120755E6-FAED-471B-93C5-C20339594CD7}" presName="thickLine" presStyleLbl="alignNode1" presStyleIdx="0" presStyleCnt="3"/>
      <dgm:spPr/>
    </dgm:pt>
    <dgm:pt modelId="{0A7F583F-6688-42F8-9E2E-0AA0CAC6B89E}" type="pres">
      <dgm:prSet presAssocID="{120755E6-FAED-471B-93C5-C20339594CD7}" presName="horz1" presStyleCnt="0"/>
      <dgm:spPr/>
    </dgm:pt>
    <dgm:pt modelId="{3DB14E88-542A-41AF-9BC2-5138462981A6}" type="pres">
      <dgm:prSet presAssocID="{120755E6-FAED-471B-93C5-C20339594CD7}" presName="tx1" presStyleLbl="revTx" presStyleIdx="0" presStyleCnt="3"/>
      <dgm:spPr/>
    </dgm:pt>
    <dgm:pt modelId="{DE8F036E-D47C-46CF-ABDF-3FE41A48C06C}" type="pres">
      <dgm:prSet presAssocID="{120755E6-FAED-471B-93C5-C20339594CD7}" presName="vert1" presStyleCnt="0"/>
      <dgm:spPr/>
    </dgm:pt>
    <dgm:pt modelId="{09F1A6EC-F24F-4E67-A424-9BBEAA30A5B0}" type="pres">
      <dgm:prSet presAssocID="{92C91567-2D35-49FB-B3A3-FF473F6B9BB0}" presName="thickLine" presStyleLbl="alignNode1" presStyleIdx="1" presStyleCnt="3"/>
      <dgm:spPr/>
    </dgm:pt>
    <dgm:pt modelId="{6ADAD699-37CE-4C6D-99D3-0B439A954A22}" type="pres">
      <dgm:prSet presAssocID="{92C91567-2D35-49FB-B3A3-FF473F6B9BB0}" presName="horz1" presStyleCnt="0"/>
      <dgm:spPr/>
    </dgm:pt>
    <dgm:pt modelId="{90658E9A-0601-45F4-9F7E-493B84D59B00}" type="pres">
      <dgm:prSet presAssocID="{92C91567-2D35-49FB-B3A3-FF473F6B9BB0}" presName="tx1" presStyleLbl="revTx" presStyleIdx="1" presStyleCnt="3"/>
      <dgm:spPr/>
    </dgm:pt>
    <dgm:pt modelId="{7CB8446B-370D-4F40-9BBC-4C7A56CBDB5E}" type="pres">
      <dgm:prSet presAssocID="{92C91567-2D35-49FB-B3A3-FF473F6B9BB0}" presName="vert1" presStyleCnt="0"/>
      <dgm:spPr/>
    </dgm:pt>
    <dgm:pt modelId="{D1F9DBA7-EFED-4059-A428-4A19FFD9DB38}" type="pres">
      <dgm:prSet presAssocID="{D0E05A49-BDE5-4C80-ABC5-F54D01B1E813}" presName="thickLine" presStyleLbl="alignNode1" presStyleIdx="2" presStyleCnt="3"/>
      <dgm:spPr/>
    </dgm:pt>
    <dgm:pt modelId="{0E9DACEE-9E80-4750-9CE8-80D5C740AEAE}" type="pres">
      <dgm:prSet presAssocID="{D0E05A49-BDE5-4C80-ABC5-F54D01B1E813}" presName="horz1" presStyleCnt="0"/>
      <dgm:spPr/>
    </dgm:pt>
    <dgm:pt modelId="{FA71C7B0-3676-42B1-8EAB-05FEE83EA3E3}" type="pres">
      <dgm:prSet presAssocID="{D0E05A49-BDE5-4C80-ABC5-F54D01B1E813}" presName="tx1" presStyleLbl="revTx" presStyleIdx="2" presStyleCnt="3"/>
      <dgm:spPr/>
    </dgm:pt>
    <dgm:pt modelId="{6DB4EDA4-8FC2-4F92-BE00-D4F0F8CEA05E}" type="pres">
      <dgm:prSet presAssocID="{D0E05A49-BDE5-4C80-ABC5-F54D01B1E813}" presName="vert1" presStyleCnt="0"/>
      <dgm:spPr/>
    </dgm:pt>
  </dgm:ptLst>
  <dgm:cxnLst>
    <dgm:cxn modelId="{F18B242D-F78F-4965-A782-3670F309EBAE}" type="presOf" srcId="{92C91567-2D35-49FB-B3A3-FF473F6B9BB0}" destId="{90658E9A-0601-45F4-9F7E-493B84D59B00}" srcOrd="0" destOrd="0" presId="urn:microsoft.com/office/officeart/2008/layout/LinedList"/>
    <dgm:cxn modelId="{8E2B572F-3D69-4B85-B38B-934978512448}" type="presOf" srcId="{048F03C7-C8C4-4DE8-840C-E9819713C300}" destId="{2D85BAEE-1F2B-42ED-BB60-370AD692EC90}" srcOrd="0" destOrd="0" presId="urn:microsoft.com/office/officeart/2008/layout/LinedList"/>
    <dgm:cxn modelId="{FFB97C31-E406-4A8B-A616-FC7C2F1C9D12}" type="presOf" srcId="{120755E6-FAED-471B-93C5-C20339594CD7}" destId="{3DB14E88-542A-41AF-9BC2-5138462981A6}" srcOrd="0" destOrd="0" presId="urn:microsoft.com/office/officeart/2008/layout/LinedList"/>
    <dgm:cxn modelId="{EEBD1F76-C778-4B62-A438-C4EDD76656B1}" type="presOf" srcId="{D0E05A49-BDE5-4C80-ABC5-F54D01B1E813}" destId="{FA71C7B0-3676-42B1-8EAB-05FEE83EA3E3}" srcOrd="0" destOrd="0" presId="urn:microsoft.com/office/officeart/2008/layout/LinedList"/>
    <dgm:cxn modelId="{407E939C-279D-4F1E-8FC6-01D957CE131C}" srcId="{048F03C7-C8C4-4DE8-840C-E9819713C300}" destId="{120755E6-FAED-471B-93C5-C20339594CD7}" srcOrd="0" destOrd="0" parTransId="{81DB5204-4B92-45F3-BB38-7FB889539A33}" sibTransId="{15EB108D-EDEA-44B5-A11B-9EEAC31C39F2}"/>
    <dgm:cxn modelId="{3AD9A89E-6529-4E8B-9641-538710464CFA}" srcId="{048F03C7-C8C4-4DE8-840C-E9819713C300}" destId="{D0E05A49-BDE5-4C80-ABC5-F54D01B1E813}" srcOrd="2" destOrd="0" parTransId="{009DE9C7-6F8E-4475-8DA5-0BF4CFDCB75A}" sibTransId="{11A9D5C0-91C5-44B0-A601-F58D5AB6FFEC}"/>
    <dgm:cxn modelId="{8B48AEB0-AAFD-45D4-B05B-C4A84D5585FE}" srcId="{048F03C7-C8C4-4DE8-840C-E9819713C300}" destId="{92C91567-2D35-49FB-B3A3-FF473F6B9BB0}" srcOrd="1" destOrd="0" parTransId="{C24E57C5-2E47-431E-9731-67894E0BC943}" sibTransId="{D65CC991-3A63-4C80-B88A-D7BD35A203E5}"/>
    <dgm:cxn modelId="{AB0638C7-6CEF-40EF-A682-2FD8DB127A7C}" type="presParOf" srcId="{2D85BAEE-1F2B-42ED-BB60-370AD692EC90}" destId="{3A5BDE82-DA80-4486-9BFC-C812E223675B}" srcOrd="0" destOrd="0" presId="urn:microsoft.com/office/officeart/2008/layout/LinedList"/>
    <dgm:cxn modelId="{22783723-2883-4428-A45D-4D4FFEE309F3}" type="presParOf" srcId="{2D85BAEE-1F2B-42ED-BB60-370AD692EC90}" destId="{0A7F583F-6688-42F8-9E2E-0AA0CAC6B89E}" srcOrd="1" destOrd="0" presId="urn:microsoft.com/office/officeart/2008/layout/LinedList"/>
    <dgm:cxn modelId="{D3050AB3-402E-4B1A-9AF0-082D963203B3}" type="presParOf" srcId="{0A7F583F-6688-42F8-9E2E-0AA0CAC6B89E}" destId="{3DB14E88-542A-41AF-9BC2-5138462981A6}" srcOrd="0" destOrd="0" presId="urn:microsoft.com/office/officeart/2008/layout/LinedList"/>
    <dgm:cxn modelId="{80012FD9-237C-4E17-AC58-97DA49D42316}" type="presParOf" srcId="{0A7F583F-6688-42F8-9E2E-0AA0CAC6B89E}" destId="{DE8F036E-D47C-46CF-ABDF-3FE41A48C06C}" srcOrd="1" destOrd="0" presId="urn:microsoft.com/office/officeart/2008/layout/LinedList"/>
    <dgm:cxn modelId="{5A116F16-5767-41D3-B69A-74DE6029279A}" type="presParOf" srcId="{2D85BAEE-1F2B-42ED-BB60-370AD692EC90}" destId="{09F1A6EC-F24F-4E67-A424-9BBEAA30A5B0}" srcOrd="2" destOrd="0" presId="urn:microsoft.com/office/officeart/2008/layout/LinedList"/>
    <dgm:cxn modelId="{503A33B4-4789-42AF-9A35-DD8D68A8A854}" type="presParOf" srcId="{2D85BAEE-1F2B-42ED-BB60-370AD692EC90}" destId="{6ADAD699-37CE-4C6D-99D3-0B439A954A22}" srcOrd="3" destOrd="0" presId="urn:microsoft.com/office/officeart/2008/layout/LinedList"/>
    <dgm:cxn modelId="{FF13F152-D173-4131-8F07-95F9E751A0E2}" type="presParOf" srcId="{6ADAD699-37CE-4C6D-99D3-0B439A954A22}" destId="{90658E9A-0601-45F4-9F7E-493B84D59B00}" srcOrd="0" destOrd="0" presId="urn:microsoft.com/office/officeart/2008/layout/LinedList"/>
    <dgm:cxn modelId="{C28F9ACE-0884-49A7-B53D-555206D1ED10}" type="presParOf" srcId="{6ADAD699-37CE-4C6D-99D3-0B439A954A22}" destId="{7CB8446B-370D-4F40-9BBC-4C7A56CBDB5E}" srcOrd="1" destOrd="0" presId="urn:microsoft.com/office/officeart/2008/layout/LinedList"/>
    <dgm:cxn modelId="{6532E979-4EC9-4E71-BE16-BC58665C3A95}" type="presParOf" srcId="{2D85BAEE-1F2B-42ED-BB60-370AD692EC90}" destId="{D1F9DBA7-EFED-4059-A428-4A19FFD9DB38}" srcOrd="4" destOrd="0" presId="urn:microsoft.com/office/officeart/2008/layout/LinedList"/>
    <dgm:cxn modelId="{E82CA954-8F3B-4133-9244-737F72BCF5D6}" type="presParOf" srcId="{2D85BAEE-1F2B-42ED-BB60-370AD692EC90}" destId="{0E9DACEE-9E80-4750-9CE8-80D5C740AEAE}" srcOrd="5" destOrd="0" presId="urn:microsoft.com/office/officeart/2008/layout/LinedList"/>
    <dgm:cxn modelId="{E64E3A0A-32E9-4922-9F05-2BACA74144D5}" type="presParOf" srcId="{0E9DACEE-9E80-4750-9CE8-80D5C740AEAE}" destId="{FA71C7B0-3676-42B1-8EAB-05FEE83EA3E3}" srcOrd="0" destOrd="0" presId="urn:microsoft.com/office/officeart/2008/layout/LinedList"/>
    <dgm:cxn modelId="{68D79EC9-14BB-4F50-93BB-E636A2BCFB7E}" type="presParOf" srcId="{0E9DACEE-9E80-4750-9CE8-80D5C740AEAE}" destId="{6DB4EDA4-8FC2-4F92-BE00-D4F0F8CEA05E}"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6C8849-E8F8-4DD8-A637-BA0BFBB8FCE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167B55D-D59C-4ADE-A111-8621FD5C3AF5}">
      <dgm:prSet/>
      <dgm:spPr/>
      <dgm:t>
        <a:bodyPr/>
        <a:lstStyle/>
        <a:p>
          <a:pPr>
            <a:defRPr cap="all"/>
          </a:pPr>
          <a:r>
            <a:rPr lang="es-MX"/>
            <a:t>Batch / Streaming de Datos</a:t>
          </a:r>
          <a:endParaRPr lang="en-US"/>
        </a:p>
      </dgm:t>
    </dgm:pt>
    <dgm:pt modelId="{5A0F053A-63F3-41D0-9337-5D05209B77DD}" type="parTrans" cxnId="{BC194726-2AAB-466D-B7DC-2D5801878D70}">
      <dgm:prSet/>
      <dgm:spPr/>
      <dgm:t>
        <a:bodyPr/>
        <a:lstStyle/>
        <a:p>
          <a:endParaRPr lang="en-US"/>
        </a:p>
      </dgm:t>
    </dgm:pt>
    <dgm:pt modelId="{6EAEA1FF-7226-4C13-94B9-F9829E2F77B1}" type="sibTrans" cxnId="{BC194726-2AAB-466D-B7DC-2D5801878D70}">
      <dgm:prSet/>
      <dgm:spPr/>
      <dgm:t>
        <a:bodyPr/>
        <a:lstStyle/>
        <a:p>
          <a:endParaRPr lang="en-US"/>
        </a:p>
      </dgm:t>
    </dgm:pt>
    <dgm:pt modelId="{64697125-327F-452A-96F3-79EBAEE62EC1}">
      <dgm:prSet/>
      <dgm:spPr/>
      <dgm:t>
        <a:bodyPr/>
        <a:lstStyle/>
        <a:p>
          <a:pPr>
            <a:defRPr cap="all"/>
          </a:pPr>
          <a:r>
            <a:rPr lang="es-MX"/>
            <a:t>SQL Analytics</a:t>
          </a:r>
          <a:endParaRPr lang="en-US"/>
        </a:p>
      </dgm:t>
    </dgm:pt>
    <dgm:pt modelId="{939891EF-A13D-4849-AD01-BB4A7EC20281}" type="parTrans" cxnId="{D5E550B5-7347-4BFA-8EE9-E4C2A8496EA0}">
      <dgm:prSet/>
      <dgm:spPr/>
      <dgm:t>
        <a:bodyPr/>
        <a:lstStyle/>
        <a:p>
          <a:endParaRPr lang="en-US"/>
        </a:p>
      </dgm:t>
    </dgm:pt>
    <dgm:pt modelId="{9328F574-7DBF-47B3-A1AE-5C36D76114A3}" type="sibTrans" cxnId="{D5E550B5-7347-4BFA-8EE9-E4C2A8496EA0}">
      <dgm:prSet/>
      <dgm:spPr/>
      <dgm:t>
        <a:bodyPr/>
        <a:lstStyle/>
        <a:p>
          <a:endParaRPr lang="en-US"/>
        </a:p>
      </dgm:t>
    </dgm:pt>
    <dgm:pt modelId="{6912C0B3-0EFA-4DC7-9F14-EBC7207BB8C7}">
      <dgm:prSet/>
      <dgm:spPr/>
      <dgm:t>
        <a:bodyPr/>
        <a:lstStyle/>
        <a:p>
          <a:pPr>
            <a:defRPr cap="all"/>
          </a:pPr>
          <a:r>
            <a:rPr lang="en-US"/>
            <a:t>Cienca de datos  a gran escala</a:t>
          </a:r>
        </a:p>
      </dgm:t>
    </dgm:pt>
    <dgm:pt modelId="{665C0C30-EC99-4D83-BFB5-3E418C4CA041}" type="parTrans" cxnId="{57C1E824-001B-468F-BAE2-6F9A125A1EB3}">
      <dgm:prSet/>
      <dgm:spPr/>
      <dgm:t>
        <a:bodyPr/>
        <a:lstStyle/>
        <a:p>
          <a:endParaRPr lang="en-US"/>
        </a:p>
      </dgm:t>
    </dgm:pt>
    <dgm:pt modelId="{1BF7F304-4FFD-4E37-AABE-8D6E2F49AD1D}" type="sibTrans" cxnId="{57C1E824-001B-468F-BAE2-6F9A125A1EB3}">
      <dgm:prSet/>
      <dgm:spPr/>
      <dgm:t>
        <a:bodyPr/>
        <a:lstStyle/>
        <a:p>
          <a:endParaRPr lang="en-US"/>
        </a:p>
      </dgm:t>
    </dgm:pt>
    <dgm:pt modelId="{8FC43748-8B29-4C06-A3DB-9FA26792C4DF}">
      <dgm:prSet/>
      <dgm:spPr/>
      <dgm:t>
        <a:bodyPr/>
        <a:lstStyle/>
        <a:p>
          <a:pPr>
            <a:defRPr cap="all"/>
          </a:pPr>
          <a:r>
            <a:rPr lang="es-MX"/>
            <a:t>Machine Learning</a:t>
          </a:r>
          <a:endParaRPr lang="en-US"/>
        </a:p>
      </dgm:t>
    </dgm:pt>
    <dgm:pt modelId="{2F0C5C02-5A29-49C5-9068-3A4C90E49F84}" type="parTrans" cxnId="{D15B8095-EE96-47DD-AF8E-2BDFCB740D28}">
      <dgm:prSet/>
      <dgm:spPr/>
      <dgm:t>
        <a:bodyPr/>
        <a:lstStyle/>
        <a:p>
          <a:endParaRPr lang="en-US"/>
        </a:p>
      </dgm:t>
    </dgm:pt>
    <dgm:pt modelId="{7894600B-6B75-407A-AD65-2BB92E64CC88}" type="sibTrans" cxnId="{D15B8095-EE96-47DD-AF8E-2BDFCB740D28}">
      <dgm:prSet/>
      <dgm:spPr/>
      <dgm:t>
        <a:bodyPr/>
        <a:lstStyle/>
        <a:p>
          <a:endParaRPr lang="en-US"/>
        </a:p>
      </dgm:t>
    </dgm:pt>
    <dgm:pt modelId="{1958B2B3-0193-4D10-92BD-21F9ABE9F15B}" type="pres">
      <dgm:prSet presAssocID="{026C8849-E8F8-4DD8-A637-BA0BFBB8FCEF}" presName="root" presStyleCnt="0">
        <dgm:presLayoutVars>
          <dgm:dir/>
          <dgm:resizeHandles val="exact"/>
        </dgm:presLayoutVars>
      </dgm:prSet>
      <dgm:spPr/>
    </dgm:pt>
    <dgm:pt modelId="{5B3B7DD0-88D5-4612-AF4A-1F0E2E4573CE}" type="pres">
      <dgm:prSet presAssocID="{7167B55D-D59C-4ADE-A111-8621FD5C3AF5}" presName="compNode" presStyleCnt="0"/>
      <dgm:spPr/>
    </dgm:pt>
    <dgm:pt modelId="{EC8B2149-62ED-4CB8-9854-7C20E0DB174E}" type="pres">
      <dgm:prSet presAssocID="{7167B55D-D59C-4ADE-A111-8621FD5C3AF5}" presName="iconBgRect" presStyleLbl="bgShp" presStyleIdx="0" presStyleCnt="4"/>
      <dgm:spPr>
        <a:prstGeom prst="round2DiagRect">
          <a:avLst>
            <a:gd name="adj1" fmla="val 29727"/>
            <a:gd name="adj2" fmla="val 0"/>
          </a:avLst>
        </a:prstGeom>
      </dgm:spPr>
    </dgm:pt>
    <dgm:pt modelId="{3D954008-A433-4B7E-982B-BDDD8CB45CB8}" type="pres">
      <dgm:prSet presAssocID="{7167B55D-D59C-4ADE-A111-8621FD5C3AF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875BF2E9-7A6F-44A4-9084-32DDF35BB0E5}" type="pres">
      <dgm:prSet presAssocID="{7167B55D-D59C-4ADE-A111-8621FD5C3AF5}" presName="spaceRect" presStyleCnt="0"/>
      <dgm:spPr/>
    </dgm:pt>
    <dgm:pt modelId="{D9A9EEAB-5EF4-4295-B4AE-2243BAF1FB05}" type="pres">
      <dgm:prSet presAssocID="{7167B55D-D59C-4ADE-A111-8621FD5C3AF5}" presName="textRect" presStyleLbl="revTx" presStyleIdx="0" presStyleCnt="4">
        <dgm:presLayoutVars>
          <dgm:chMax val="1"/>
          <dgm:chPref val="1"/>
        </dgm:presLayoutVars>
      </dgm:prSet>
      <dgm:spPr/>
    </dgm:pt>
    <dgm:pt modelId="{EF00161F-99B0-4982-9145-1BBDD12B375A}" type="pres">
      <dgm:prSet presAssocID="{6EAEA1FF-7226-4C13-94B9-F9829E2F77B1}" presName="sibTrans" presStyleCnt="0"/>
      <dgm:spPr/>
    </dgm:pt>
    <dgm:pt modelId="{2D45F28D-0B5E-4E88-AA46-CC2E308FF131}" type="pres">
      <dgm:prSet presAssocID="{64697125-327F-452A-96F3-79EBAEE62EC1}" presName="compNode" presStyleCnt="0"/>
      <dgm:spPr/>
    </dgm:pt>
    <dgm:pt modelId="{249C3CC9-BB9E-49FF-AC04-410ABF0388F7}" type="pres">
      <dgm:prSet presAssocID="{64697125-327F-452A-96F3-79EBAEE62EC1}" presName="iconBgRect" presStyleLbl="bgShp" presStyleIdx="1" presStyleCnt="4"/>
      <dgm:spPr>
        <a:prstGeom prst="round2DiagRect">
          <a:avLst>
            <a:gd name="adj1" fmla="val 29727"/>
            <a:gd name="adj2" fmla="val 0"/>
          </a:avLst>
        </a:prstGeom>
      </dgm:spPr>
    </dgm:pt>
    <dgm:pt modelId="{5880F043-033B-4055-8FDF-F07E9C9067C8}" type="pres">
      <dgm:prSet presAssocID="{64697125-327F-452A-96F3-79EBAEE62EC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 de datos"/>
        </a:ext>
      </dgm:extLst>
    </dgm:pt>
    <dgm:pt modelId="{5A81BDD7-65A4-4369-AD92-7D0AF353DF20}" type="pres">
      <dgm:prSet presAssocID="{64697125-327F-452A-96F3-79EBAEE62EC1}" presName="spaceRect" presStyleCnt="0"/>
      <dgm:spPr/>
    </dgm:pt>
    <dgm:pt modelId="{510FC8B8-6696-4AF7-A4FB-C4E59F9E36BF}" type="pres">
      <dgm:prSet presAssocID="{64697125-327F-452A-96F3-79EBAEE62EC1}" presName="textRect" presStyleLbl="revTx" presStyleIdx="1" presStyleCnt="4">
        <dgm:presLayoutVars>
          <dgm:chMax val="1"/>
          <dgm:chPref val="1"/>
        </dgm:presLayoutVars>
      </dgm:prSet>
      <dgm:spPr/>
    </dgm:pt>
    <dgm:pt modelId="{59A479DE-BFC9-40F3-86F8-4267B8948F08}" type="pres">
      <dgm:prSet presAssocID="{9328F574-7DBF-47B3-A1AE-5C36D76114A3}" presName="sibTrans" presStyleCnt="0"/>
      <dgm:spPr/>
    </dgm:pt>
    <dgm:pt modelId="{09C62BDF-5083-4BB0-B21A-D39582AC1968}" type="pres">
      <dgm:prSet presAssocID="{6912C0B3-0EFA-4DC7-9F14-EBC7207BB8C7}" presName="compNode" presStyleCnt="0"/>
      <dgm:spPr/>
    </dgm:pt>
    <dgm:pt modelId="{CFF5AB28-851F-47EE-BCEE-BBCC03CE55E3}" type="pres">
      <dgm:prSet presAssocID="{6912C0B3-0EFA-4DC7-9F14-EBC7207BB8C7}" presName="iconBgRect" presStyleLbl="bgShp" presStyleIdx="2" presStyleCnt="4"/>
      <dgm:spPr>
        <a:prstGeom prst="round2DiagRect">
          <a:avLst>
            <a:gd name="adj1" fmla="val 29727"/>
            <a:gd name="adj2" fmla="val 0"/>
          </a:avLst>
        </a:prstGeom>
      </dgm:spPr>
    </dgm:pt>
    <dgm:pt modelId="{91FDBEE7-CE48-47DB-81E3-05F52BC9ED75}" type="pres">
      <dgm:prSet presAssocID="{6912C0B3-0EFA-4DC7-9F14-EBC7207BB8C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C25C59F4-4C36-4B93-8373-AEFD667945A1}" type="pres">
      <dgm:prSet presAssocID="{6912C0B3-0EFA-4DC7-9F14-EBC7207BB8C7}" presName="spaceRect" presStyleCnt="0"/>
      <dgm:spPr/>
    </dgm:pt>
    <dgm:pt modelId="{A19EB52F-A113-417F-BC66-868D5779F6A1}" type="pres">
      <dgm:prSet presAssocID="{6912C0B3-0EFA-4DC7-9F14-EBC7207BB8C7}" presName="textRect" presStyleLbl="revTx" presStyleIdx="2" presStyleCnt="4">
        <dgm:presLayoutVars>
          <dgm:chMax val="1"/>
          <dgm:chPref val="1"/>
        </dgm:presLayoutVars>
      </dgm:prSet>
      <dgm:spPr/>
    </dgm:pt>
    <dgm:pt modelId="{2F3EF439-6F6D-4520-8F03-C5D334423454}" type="pres">
      <dgm:prSet presAssocID="{1BF7F304-4FFD-4E37-AABE-8D6E2F49AD1D}" presName="sibTrans" presStyleCnt="0"/>
      <dgm:spPr/>
    </dgm:pt>
    <dgm:pt modelId="{4FE5FFB8-86D5-4DC4-9075-C3D1CBCFF603}" type="pres">
      <dgm:prSet presAssocID="{8FC43748-8B29-4C06-A3DB-9FA26792C4DF}" presName="compNode" presStyleCnt="0"/>
      <dgm:spPr/>
    </dgm:pt>
    <dgm:pt modelId="{35EF8A33-BB2C-46EE-9CCD-88B88D1D159E}" type="pres">
      <dgm:prSet presAssocID="{8FC43748-8B29-4C06-A3DB-9FA26792C4DF}" presName="iconBgRect" presStyleLbl="bgShp" presStyleIdx="3" presStyleCnt="4"/>
      <dgm:spPr>
        <a:prstGeom prst="round2DiagRect">
          <a:avLst>
            <a:gd name="adj1" fmla="val 29727"/>
            <a:gd name="adj2" fmla="val 0"/>
          </a:avLst>
        </a:prstGeom>
      </dgm:spPr>
    </dgm:pt>
    <dgm:pt modelId="{0066B0A7-59AD-480A-BF26-5533FE39E6E0}" type="pres">
      <dgm:prSet presAssocID="{8FC43748-8B29-4C06-A3DB-9FA26792C4D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375D3DF6-2D7B-46B2-8977-4C7B3FC0F399}" type="pres">
      <dgm:prSet presAssocID="{8FC43748-8B29-4C06-A3DB-9FA26792C4DF}" presName="spaceRect" presStyleCnt="0"/>
      <dgm:spPr/>
    </dgm:pt>
    <dgm:pt modelId="{A20B2E13-C35D-478A-974F-F7663A4F94EE}" type="pres">
      <dgm:prSet presAssocID="{8FC43748-8B29-4C06-A3DB-9FA26792C4DF}" presName="textRect" presStyleLbl="revTx" presStyleIdx="3" presStyleCnt="4">
        <dgm:presLayoutVars>
          <dgm:chMax val="1"/>
          <dgm:chPref val="1"/>
        </dgm:presLayoutVars>
      </dgm:prSet>
      <dgm:spPr/>
    </dgm:pt>
  </dgm:ptLst>
  <dgm:cxnLst>
    <dgm:cxn modelId="{57C1E824-001B-468F-BAE2-6F9A125A1EB3}" srcId="{026C8849-E8F8-4DD8-A637-BA0BFBB8FCEF}" destId="{6912C0B3-0EFA-4DC7-9F14-EBC7207BB8C7}" srcOrd="2" destOrd="0" parTransId="{665C0C30-EC99-4D83-BFB5-3E418C4CA041}" sibTransId="{1BF7F304-4FFD-4E37-AABE-8D6E2F49AD1D}"/>
    <dgm:cxn modelId="{BC194726-2AAB-466D-B7DC-2D5801878D70}" srcId="{026C8849-E8F8-4DD8-A637-BA0BFBB8FCEF}" destId="{7167B55D-D59C-4ADE-A111-8621FD5C3AF5}" srcOrd="0" destOrd="0" parTransId="{5A0F053A-63F3-41D0-9337-5D05209B77DD}" sibTransId="{6EAEA1FF-7226-4C13-94B9-F9829E2F77B1}"/>
    <dgm:cxn modelId="{82B4CD59-6948-4612-8675-6B25C3FA846F}" type="presOf" srcId="{64697125-327F-452A-96F3-79EBAEE62EC1}" destId="{510FC8B8-6696-4AF7-A4FB-C4E59F9E36BF}" srcOrd="0" destOrd="0" presId="urn:microsoft.com/office/officeart/2018/5/layout/IconLeafLabelList"/>
    <dgm:cxn modelId="{D15B8095-EE96-47DD-AF8E-2BDFCB740D28}" srcId="{026C8849-E8F8-4DD8-A637-BA0BFBB8FCEF}" destId="{8FC43748-8B29-4C06-A3DB-9FA26792C4DF}" srcOrd="3" destOrd="0" parTransId="{2F0C5C02-5A29-49C5-9068-3A4C90E49F84}" sibTransId="{7894600B-6B75-407A-AD65-2BB92E64CC88}"/>
    <dgm:cxn modelId="{14017A9F-463E-417D-B38C-FC5C890A885D}" type="presOf" srcId="{6912C0B3-0EFA-4DC7-9F14-EBC7207BB8C7}" destId="{A19EB52F-A113-417F-BC66-868D5779F6A1}" srcOrd="0" destOrd="0" presId="urn:microsoft.com/office/officeart/2018/5/layout/IconLeafLabelList"/>
    <dgm:cxn modelId="{BFB979A8-6404-49C7-B421-5570CC4CB319}" type="presOf" srcId="{8FC43748-8B29-4C06-A3DB-9FA26792C4DF}" destId="{A20B2E13-C35D-478A-974F-F7663A4F94EE}" srcOrd="0" destOrd="0" presId="urn:microsoft.com/office/officeart/2018/5/layout/IconLeafLabelList"/>
    <dgm:cxn modelId="{D5E550B5-7347-4BFA-8EE9-E4C2A8496EA0}" srcId="{026C8849-E8F8-4DD8-A637-BA0BFBB8FCEF}" destId="{64697125-327F-452A-96F3-79EBAEE62EC1}" srcOrd="1" destOrd="0" parTransId="{939891EF-A13D-4849-AD01-BB4A7EC20281}" sibTransId="{9328F574-7DBF-47B3-A1AE-5C36D76114A3}"/>
    <dgm:cxn modelId="{7BDFB1EC-0D87-46DF-BF8F-A40C0DF32B95}" type="presOf" srcId="{7167B55D-D59C-4ADE-A111-8621FD5C3AF5}" destId="{D9A9EEAB-5EF4-4295-B4AE-2243BAF1FB05}" srcOrd="0" destOrd="0" presId="urn:microsoft.com/office/officeart/2018/5/layout/IconLeafLabelList"/>
    <dgm:cxn modelId="{920660F3-698F-4124-99E6-4DAD34BF643F}" type="presOf" srcId="{026C8849-E8F8-4DD8-A637-BA0BFBB8FCEF}" destId="{1958B2B3-0193-4D10-92BD-21F9ABE9F15B}" srcOrd="0" destOrd="0" presId="urn:microsoft.com/office/officeart/2018/5/layout/IconLeafLabelList"/>
    <dgm:cxn modelId="{DFD67DBF-5A8E-4FFB-A97A-410F92AEC041}" type="presParOf" srcId="{1958B2B3-0193-4D10-92BD-21F9ABE9F15B}" destId="{5B3B7DD0-88D5-4612-AF4A-1F0E2E4573CE}" srcOrd="0" destOrd="0" presId="urn:microsoft.com/office/officeart/2018/5/layout/IconLeafLabelList"/>
    <dgm:cxn modelId="{FB29CFA9-7AA7-4DC5-A428-6750C43CB9DD}" type="presParOf" srcId="{5B3B7DD0-88D5-4612-AF4A-1F0E2E4573CE}" destId="{EC8B2149-62ED-4CB8-9854-7C20E0DB174E}" srcOrd="0" destOrd="0" presId="urn:microsoft.com/office/officeart/2018/5/layout/IconLeafLabelList"/>
    <dgm:cxn modelId="{2292CF9F-8276-439D-B648-B0BBC42723A5}" type="presParOf" srcId="{5B3B7DD0-88D5-4612-AF4A-1F0E2E4573CE}" destId="{3D954008-A433-4B7E-982B-BDDD8CB45CB8}" srcOrd="1" destOrd="0" presId="urn:microsoft.com/office/officeart/2018/5/layout/IconLeafLabelList"/>
    <dgm:cxn modelId="{CEFC0295-1909-4DBB-B668-D2F15AC85C8D}" type="presParOf" srcId="{5B3B7DD0-88D5-4612-AF4A-1F0E2E4573CE}" destId="{875BF2E9-7A6F-44A4-9084-32DDF35BB0E5}" srcOrd="2" destOrd="0" presId="urn:microsoft.com/office/officeart/2018/5/layout/IconLeafLabelList"/>
    <dgm:cxn modelId="{5B7B9860-B486-45E7-86FC-E21D08CC0A2A}" type="presParOf" srcId="{5B3B7DD0-88D5-4612-AF4A-1F0E2E4573CE}" destId="{D9A9EEAB-5EF4-4295-B4AE-2243BAF1FB05}" srcOrd="3" destOrd="0" presId="urn:microsoft.com/office/officeart/2018/5/layout/IconLeafLabelList"/>
    <dgm:cxn modelId="{5DE9FAD0-BF52-4FED-BBEB-E0F6F203B0FD}" type="presParOf" srcId="{1958B2B3-0193-4D10-92BD-21F9ABE9F15B}" destId="{EF00161F-99B0-4982-9145-1BBDD12B375A}" srcOrd="1" destOrd="0" presId="urn:microsoft.com/office/officeart/2018/5/layout/IconLeafLabelList"/>
    <dgm:cxn modelId="{A3B92D46-D3C8-430E-99C6-454DCAA01809}" type="presParOf" srcId="{1958B2B3-0193-4D10-92BD-21F9ABE9F15B}" destId="{2D45F28D-0B5E-4E88-AA46-CC2E308FF131}" srcOrd="2" destOrd="0" presId="urn:microsoft.com/office/officeart/2018/5/layout/IconLeafLabelList"/>
    <dgm:cxn modelId="{F70100DF-A52C-43B6-AD65-11853729D5AE}" type="presParOf" srcId="{2D45F28D-0B5E-4E88-AA46-CC2E308FF131}" destId="{249C3CC9-BB9E-49FF-AC04-410ABF0388F7}" srcOrd="0" destOrd="0" presId="urn:microsoft.com/office/officeart/2018/5/layout/IconLeafLabelList"/>
    <dgm:cxn modelId="{19941DEB-5466-4B5B-BDE5-23A2B3BC4CA0}" type="presParOf" srcId="{2D45F28D-0B5E-4E88-AA46-CC2E308FF131}" destId="{5880F043-033B-4055-8FDF-F07E9C9067C8}" srcOrd="1" destOrd="0" presId="urn:microsoft.com/office/officeart/2018/5/layout/IconLeafLabelList"/>
    <dgm:cxn modelId="{45ADBA09-DFC2-4C8C-8BD0-8F24D593FFE6}" type="presParOf" srcId="{2D45F28D-0B5E-4E88-AA46-CC2E308FF131}" destId="{5A81BDD7-65A4-4369-AD92-7D0AF353DF20}" srcOrd="2" destOrd="0" presId="urn:microsoft.com/office/officeart/2018/5/layout/IconLeafLabelList"/>
    <dgm:cxn modelId="{4E732BE6-9734-4A04-8F31-AC1938E3900D}" type="presParOf" srcId="{2D45F28D-0B5E-4E88-AA46-CC2E308FF131}" destId="{510FC8B8-6696-4AF7-A4FB-C4E59F9E36BF}" srcOrd="3" destOrd="0" presId="urn:microsoft.com/office/officeart/2018/5/layout/IconLeafLabelList"/>
    <dgm:cxn modelId="{D756A4E2-83FA-456A-B36C-566B05766EB1}" type="presParOf" srcId="{1958B2B3-0193-4D10-92BD-21F9ABE9F15B}" destId="{59A479DE-BFC9-40F3-86F8-4267B8948F08}" srcOrd="3" destOrd="0" presId="urn:microsoft.com/office/officeart/2018/5/layout/IconLeafLabelList"/>
    <dgm:cxn modelId="{B593EDDA-9192-42A2-B285-8A16CD01390F}" type="presParOf" srcId="{1958B2B3-0193-4D10-92BD-21F9ABE9F15B}" destId="{09C62BDF-5083-4BB0-B21A-D39582AC1968}" srcOrd="4" destOrd="0" presId="urn:microsoft.com/office/officeart/2018/5/layout/IconLeafLabelList"/>
    <dgm:cxn modelId="{35817FD6-4DD2-44F3-B2B5-907F434E73BE}" type="presParOf" srcId="{09C62BDF-5083-4BB0-B21A-D39582AC1968}" destId="{CFF5AB28-851F-47EE-BCEE-BBCC03CE55E3}" srcOrd="0" destOrd="0" presId="urn:microsoft.com/office/officeart/2018/5/layout/IconLeafLabelList"/>
    <dgm:cxn modelId="{B705B541-0744-4195-AC47-BD9321D49DF6}" type="presParOf" srcId="{09C62BDF-5083-4BB0-B21A-D39582AC1968}" destId="{91FDBEE7-CE48-47DB-81E3-05F52BC9ED75}" srcOrd="1" destOrd="0" presId="urn:microsoft.com/office/officeart/2018/5/layout/IconLeafLabelList"/>
    <dgm:cxn modelId="{58345EEB-FD8D-4DBE-94F2-AC89AD613607}" type="presParOf" srcId="{09C62BDF-5083-4BB0-B21A-D39582AC1968}" destId="{C25C59F4-4C36-4B93-8373-AEFD667945A1}" srcOrd="2" destOrd="0" presId="urn:microsoft.com/office/officeart/2018/5/layout/IconLeafLabelList"/>
    <dgm:cxn modelId="{C3C728CF-8D48-4397-9310-BD399C0D8394}" type="presParOf" srcId="{09C62BDF-5083-4BB0-B21A-D39582AC1968}" destId="{A19EB52F-A113-417F-BC66-868D5779F6A1}" srcOrd="3" destOrd="0" presId="urn:microsoft.com/office/officeart/2018/5/layout/IconLeafLabelList"/>
    <dgm:cxn modelId="{28EF205B-BE42-4574-A0D5-CE436750AEA4}" type="presParOf" srcId="{1958B2B3-0193-4D10-92BD-21F9ABE9F15B}" destId="{2F3EF439-6F6D-4520-8F03-C5D334423454}" srcOrd="5" destOrd="0" presId="urn:microsoft.com/office/officeart/2018/5/layout/IconLeafLabelList"/>
    <dgm:cxn modelId="{898DB004-7B09-46E9-8DE4-D893F48DD336}" type="presParOf" srcId="{1958B2B3-0193-4D10-92BD-21F9ABE9F15B}" destId="{4FE5FFB8-86D5-4DC4-9075-C3D1CBCFF603}" srcOrd="6" destOrd="0" presId="urn:microsoft.com/office/officeart/2018/5/layout/IconLeafLabelList"/>
    <dgm:cxn modelId="{8826156F-AFE8-41DC-9A99-18201A9E5E80}" type="presParOf" srcId="{4FE5FFB8-86D5-4DC4-9075-C3D1CBCFF603}" destId="{35EF8A33-BB2C-46EE-9CCD-88B88D1D159E}" srcOrd="0" destOrd="0" presId="urn:microsoft.com/office/officeart/2018/5/layout/IconLeafLabelList"/>
    <dgm:cxn modelId="{93522DC7-4FF2-4475-B49F-2114688F8F28}" type="presParOf" srcId="{4FE5FFB8-86D5-4DC4-9075-C3D1CBCFF603}" destId="{0066B0A7-59AD-480A-BF26-5533FE39E6E0}" srcOrd="1" destOrd="0" presId="urn:microsoft.com/office/officeart/2018/5/layout/IconLeafLabelList"/>
    <dgm:cxn modelId="{478E51E5-C2A4-410B-AF3D-BB8CA3527E75}" type="presParOf" srcId="{4FE5FFB8-86D5-4DC4-9075-C3D1CBCFF603}" destId="{375D3DF6-2D7B-46B2-8977-4C7B3FC0F399}" srcOrd="2" destOrd="0" presId="urn:microsoft.com/office/officeart/2018/5/layout/IconLeafLabelList"/>
    <dgm:cxn modelId="{0E2B2085-C928-4D45-8A7E-B737DF757ABF}" type="presParOf" srcId="{4FE5FFB8-86D5-4DC4-9075-C3D1CBCFF603}" destId="{A20B2E13-C35D-478A-974F-F7663A4F94EE}"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24CC54-5988-4C64-9858-7A3E91542F93}" type="doc">
      <dgm:prSet loTypeId="urn:microsoft.com/office/officeart/2016/7/layout/RepeatingBendingProcessNew" loCatId="process" qsTypeId="urn:microsoft.com/office/officeart/2005/8/quickstyle/simple1" qsCatId="simple" csTypeId="urn:microsoft.com/office/officeart/2005/8/colors/accent1_1" csCatId="accent1"/>
      <dgm:spPr/>
      <dgm:t>
        <a:bodyPr/>
        <a:lstStyle/>
        <a:p>
          <a:endParaRPr lang="en-US"/>
        </a:p>
      </dgm:t>
    </dgm:pt>
    <dgm:pt modelId="{406B8EC6-B4D1-4571-AF73-C129FCA801BF}">
      <dgm:prSet/>
      <dgm:spPr/>
      <dgm:t>
        <a:bodyPr/>
        <a:lstStyle/>
        <a:p>
          <a:r>
            <a:rPr lang="es-MX"/>
            <a:t>Es una plataforma unificada para el ciclo de vida de los datos</a:t>
          </a:r>
          <a:endParaRPr lang="en-US"/>
        </a:p>
      </dgm:t>
    </dgm:pt>
    <dgm:pt modelId="{EFEE372E-3254-4897-85AF-906FAA047F97}" type="parTrans" cxnId="{1F307320-9A50-4571-8CBD-1CC74B53B690}">
      <dgm:prSet/>
      <dgm:spPr/>
      <dgm:t>
        <a:bodyPr/>
        <a:lstStyle/>
        <a:p>
          <a:endParaRPr lang="en-US"/>
        </a:p>
      </dgm:t>
    </dgm:pt>
    <dgm:pt modelId="{8C2A7DB8-5D7B-4996-8E30-D3AD1FEE4D4B}" type="sibTrans" cxnId="{1F307320-9A50-4571-8CBD-1CC74B53B690}">
      <dgm:prSet/>
      <dgm:spPr/>
      <dgm:t>
        <a:bodyPr/>
        <a:lstStyle/>
        <a:p>
          <a:endParaRPr lang="en-US"/>
        </a:p>
      </dgm:t>
    </dgm:pt>
    <dgm:pt modelId="{3D69FB98-3F58-4182-BE70-13B1CC944161}">
      <dgm:prSet/>
      <dgm:spPr/>
      <dgm:t>
        <a:bodyPr/>
        <a:lstStyle/>
        <a:p>
          <a:r>
            <a:rPr lang="es-MX"/>
            <a:t>Alto rendimiento</a:t>
          </a:r>
          <a:endParaRPr lang="en-US"/>
        </a:p>
      </dgm:t>
    </dgm:pt>
    <dgm:pt modelId="{EC5FA145-D952-4CAF-BD35-FD30DDE12E35}" type="parTrans" cxnId="{31108E30-D85D-4F41-A9D2-5941E9412D20}">
      <dgm:prSet/>
      <dgm:spPr/>
      <dgm:t>
        <a:bodyPr/>
        <a:lstStyle/>
        <a:p>
          <a:endParaRPr lang="en-US"/>
        </a:p>
      </dgm:t>
    </dgm:pt>
    <dgm:pt modelId="{97884821-E334-4FA1-8068-8C0B333BE63A}" type="sibTrans" cxnId="{31108E30-D85D-4F41-A9D2-5941E9412D20}">
      <dgm:prSet/>
      <dgm:spPr/>
      <dgm:t>
        <a:bodyPr/>
        <a:lstStyle/>
        <a:p>
          <a:endParaRPr lang="en-US"/>
        </a:p>
      </dgm:t>
    </dgm:pt>
    <dgm:pt modelId="{BA010733-B7B6-42C0-96D5-DFFD3BDC9D36}">
      <dgm:prSet/>
      <dgm:spPr/>
      <dgm:t>
        <a:bodyPr/>
        <a:lstStyle/>
        <a:p>
          <a:r>
            <a:rPr lang="es-MX"/>
            <a:t>Seguridad </a:t>
          </a:r>
          <a:endParaRPr lang="en-US"/>
        </a:p>
      </dgm:t>
    </dgm:pt>
    <dgm:pt modelId="{4B18A682-BC5B-49D6-8439-D84C279879A9}" type="parTrans" cxnId="{3A2F64B3-C6DC-41C7-A1D3-AB57B5F65A4A}">
      <dgm:prSet/>
      <dgm:spPr/>
      <dgm:t>
        <a:bodyPr/>
        <a:lstStyle/>
        <a:p>
          <a:endParaRPr lang="en-US"/>
        </a:p>
      </dgm:t>
    </dgm:pt>
    <dgm:pt modelId="{C90D375F-FC11-4486-B554-AFEDBC92B67C}" type="sibTrans" cxnId="{3A2F64B3-C6DC-41C7-A1D3-AB57B5F65A4A}">
      <dgm:prSet/>
      <dgm:spPr/>
      <dgm:t>
        <a:bodyPr/>
        <a:lstStyle/>
        <a:p>
          <a:endParaRPr lang="en-US"/>
        </a:p>
      </dgm:t>
    </dgm:pt>
    <dgm:pt modelId="{94F3FCFA-33AC-4467-B15A-FC4C18507D4C}">
      <dgm:prSet/>
      <dgm:spPr/>
      <dgm:t>
        <a:bodyPr/>
        <a:lstStyle/>
        <a:p>
          <a:r>
            <a:rPr lang="es-MX"/>
            <a:t>Soporte nativo para bibliotecas modernas</a:t>
          </a:r>
          <a:endParaRPr lang="en-US"/>
        </a:p>
      </dgm:t>
    </dgm:pt>
    <dgm:pt modelId="{4D8B467A-B627-41BC-A7A5-50921B7A5D7D}" type="parTrans" cxnId="{E6ED5B2C-AB2D-4E43-A567-55D783092894}">
      <dgm:prSet/>
      <dgm:spPr/>
      <dgm:t>
        <a:bodyPr/>
        <a:lstStyle/>
        <a:p>
          <a:endParaRPr lang="en-US"/>
        </a:p>
      </dgm:t>
    </dgm:pt>
    <dgm:pt modelId="{723C003C-7360-4E41-9685-F769EF90AE4F}" type="sibTrans" cxnId="{E6ED5B2C-AB2D-4E43-A567-55D783092894}">
      <dgm:prSet/>
      <dgm:spPr/>
      <dgm:t>
        <a:bodyPr/>
        <a:lstStyle/>
        <a:p>
          <a:endParaRPr lang="en-US"/>
        </a:p>
      </dgm:t>
    </dgm:pt>
    <dgm:pt modelId="{7C00A819-820F-4B20-A289-2A61F353B35A}">
      <dgm:prSet/>
      <dgm:spPr/>
      <dgm:t>
        <a:bodyPr/>
        <a:lstStyle/>
        <a:p>
          <a:r>
            <a:rPr lang="es-MX"/>
            <a:t>Flexibilidad y Multicloud</a:t>
          </a:r>
          <a:endParaRPr lang="en-US"/>
        </a:p>
      </dgm:t>
    </dgm:pt>
    <dgm:pt modelId="{AF3966BC-1CC6-4FDE-AB90-330B5CA56866}" type="parTrans" cxnId="{69C6C0EF-EB06-4100-977A-9E9DFC14EF46}">
      <dgm:prSet/>
      <dgm:spPr/>
      <dgm:t>
        <a:bodyPr/>
        <a:lstStyle/>
        <a:p>
          <a:endParaRPr lang="en-US"/>
        </a:p>
      </dgm:t>
    </dgm:pt>
    <dgm:pt modelId="{7EF26311-7C28-46F2-9E08-E47E87FC8F2C}" type="sibTrans" cxnId="{69C6C0EF-EB06-4100-977A-9E9DFC14EF46}">
      <dgm:prSet/>
      <dgm:spPr/>
      <dgm:t>
        <a:bodyPr/>
        <a:lstStyle/>
        <a:p>
          <a:endParaRPr lang="en-US"/>
        </a:p>
      </dgm:t>
    </dgm:pt>
    <dgm:pt modelId="{47E1766E-AE51-4A1C-BF9D-ECC94B2196F2}">
      <dgm:prSet/>
      <dgm:spPr/>
      <dgm:t>
        <a:bodyPr/>
        <a:lstStyle/>
        <a:p>
          <a:r>
            <a:rPr lang="es-MX"/>
            <a:t>Entorno colaborativo</a:t>
          </a:r>
          <a:endParaRPr lang="en-US"/>
        </a:p>
      </dgm:t>
    </dgm:pt>
    <dgm:pt modelId="{5B5AA948-4DFB-42CD-BF38-257A0757FAAA}" type="parTrans" cxnId="{6CC45E00-8506-4180-8940-6552CF78AF53}">
      <dgm:prSet/>
      <dgm:spPr/>
      <dgm:t>
        <a:bodyPr/>
        <a:lstStyle/>
        <a:p>
          <a:endParaRPr lang="en-US"/>
        </a:p>
      </dgm:t>
    </dgm:pt>
    <dgm:pt modelId="{B7C4F5DE-076C-4846-85AD-41BB8544BF2E}" type="sibTrans" cxnId="{6CC45E00-8506-4180-8940-6552CF78AF53}">
      <dgm:prSet/>
      <dgm:spPr/>
      <dgm:t>
        <a:bodyPr/>
        <a:lstStyle/>
        <a:p>
          <a:endParaRPr lang="en-US"/>
        </a:p>
      </dgm:t>
    </dgm:pt>
    <dgm:pt modelId="{8D9BDB99-AB52-46EE-8654-B85B25E4C175}" type="pres">
      <dgm:prSet presAssocID="{FB24CC54-5988-4C64-9858-7A3E91542F93}" presName="Name0" presStyleCnt="0">
        <dgm:presLayoutVars>
          <dgm:dir/>
          <dgm:resizeHandles val="exact"/>
        </dgm:presLayoutVars>
      </dgm:prSet>
      <dgm:spPr/>
    </dgm:pt>
    <dgm:pt modelId="{DF5607F2-2214-4796-9A92-29B4E986F3AF}" type="pres">
      <dgm:prSet presAssocID="{406B8EC6-B4D1-4571-AF73-C129FCA801BF}" presName="node" presStyleLbl="node1" presStyleIdx="0" presStyleCnt="6">
        <dgm:presLayoutVars>
          <dgm:bulletEnabled val="1"/>
        </dgm:presLayoutVars>
      </dgm:prSet>
      <dgm:spPr/>
    </dgm:pt>
    <dgm:pt modelId="{E5444E75-72D7-43F4-887E-995B973A2434}" type="pres">
      <dgm:prSet presAssocID="{8C2A7DB8-5D7B-4996-8E30-D3AD1FEE4D4B}" presName="sibTrans" presStyleLbl="sibTrans1D1" presStyleIdx="0" presStyleCnt="5"/>
      <dgm:spPr/>
    </dgm:pt>
    <dgm:pt modelId="{FF157E87-F6B3-4BD1-8578-21446E2C82E2}" type="pres">
      <dgm:prSet presAssocID="{8C2A7DB8-5D7B-4996-8E30-D3AD1FEE4D4B}" presName="connectorText" presStyleLbl="sibTrans1D1" presStyleIdx="0" presStyleCnt="5"/>
      <dgm:spPr/>
    </dgm:pt>
    <dgm:pt modelId="{044BE312-3279-4F48-B29B-E8DF9F83F771}" type="pres">
      <dgm:prSet presAssocID="{3D69FB98-3F58-4182-BE70-13B1CC944161}" presName="node" presStyleLbl="node1" presStyleIdx="1" presStyleCnt="6">
        <dgm:presLayoutVars>
          <dgm:bulletEnabled val="1"/>
        </dgm:presLayoutVars>
      </dgm:prSet>
      <dgm:spPr/>
    </dgm:pt>
    <dgm:pt modelId="{37AC7C8F-66A9-4C16-8274-5B81B435CEB1}" type="pres">
      <dgm:prSet presAssocID="{97884821-E334-4FA1-8068-8C0B333BE63A}" presName="sibTrans" presStyleLbl="sibTrans1D1" presStyleIdx="1" presStyleCnt="5"/>
      <dgm:spPr/>
    </dgm:pt>
    <dgm:pt modelId="{7E6DCD7C-69F3-4BC3-A8E8-757898266B9D}" type="pres">
      <dgm:prSet presAssocID="{97884821-E334-4FA1-8068-8C0B333BE63A}" presName="connectorText" presStyleLbl="sibTrans1D1" presStyleIdx="1" presStyleCnt="5"/>
      <dgm:spPr/>
    </dgm:pt>
    <dgm:pt modelId="{6FEBA7B0-891B-4F9C-A1D1-6964EF5795AE}" type="pres">
      <dgm:prSet presAssocID="{BA010733-B7B6-42C0-96D5-DFFD3BDC9D36}" presName="node" presStyleLbl="node1" presStyleIdx="2" presStyleCnt="6">
        <dgm:presLayoutVars>
          <dgm:bulletEnabled val="1"/>
        </dgm:presLayoutVars>
      </dgm:prSet>
      <dgm:spPr/>
    </dgm:pt>
    <dgm:pt modelId="{378E409A-0807-48DA-AB18-E16D4963C465}" type="pres">
      <dgm:prSet presAssocID="{C90D375F-FC11-4486-B554-AFEDBC92B67C}" presName="sibTrans" presStyleLbl="sibTrans1D1" presStyleIdx="2" presStyleCnt="5"/>
      <dgm:spPr/>
    </dgm:pt>
    <dgm:pt modelId="{6FA8777E-C26F-422A-9BE1-BC5BBD74F84B}" type="pres">
      <dgm:prSet presAssocID="{C90D375F-FC11-4486-B554-AFEDBC92B67C}" presName="connectorText" presStyleLbl="sibTrans1D1" presStyleIdx="2" presStyleCnt="5"/>
      <dgm:spPr/>
    </dgm:pt>
    <dgm:pt modelId="{7D67C618-5186-4A1F-AE5A-B49CF594EEEE}" type="pres">
      <dgm:prSet presAssocID="{94F3FCFA-33AC-4467-B15A-FC4C18507D4C}" presName="node" presStyleLbl="node1" presStyleIdx="3" presStyleCnt="6">
        <dgm:presLayoutVars>
          <dgm:bulletEnabled val="1"/>
        </dgm:presLayoutVars>
      </dgm:prSet>
      <dgm:spPr/>
    </dgm:pt>
    <dgm:pt modelId="{2A3E4F5B-A7FE-4026-9F45-F878CF03AA0A}" type="pres">
      <dgm:prSet presAssocID="{723C003C-7360-4E41-9685-F769EF90AE4F}" presName="sibTrans" presStyleLbl="sibTrans1D1" presStyleIdx="3" presStyleCnt="5"/>
      <dgm:spPr/>
    </dgm:pt>
    <dgm:pt modelId="{F49F7EEE-CA32-4BC7-87D2-11A0DF15995A}" type="pres">
      <dgm:prSet presAssocID="{723C003C-7360-4E41-9685-F769EF90AE4F}" presName="connectorText" presStyleLbl="sibTrans1D1" presStyleIdx="3" presStyleCnt="5"/>
      <dgm:spPr/>
    </dgm:pt>
    <dgm:pt modelId="{C2AE541B-8868-4D94-819C-EB8EB55C8A24}" type="pres">
      <dgm:prSet presAssocID="{7C00A819-820F-4B20-A289-2A61F353B35A}" presName="node" presStyleLbl="node1" presStyleIdx="4" presStyleCnt="6">
        <dgm:presLayoutVars>
          <dgm:bulletEnabled val="1"/>
        </dgm:presLayoutVars>
      </dgm:prSet>
      <dgm:spPr/>
    </dgm:pt>
    <dgm:pt modelId="{D279FCD1-EF36-4343-900B-72236ED25028}" type="pres">
      <dgm:prSet presAssocID="{7EF26311-7C28-46F2-9E08-E47E87FC8F2C}" presName="sibTrans" presStyleLbl="sibTrans1D1" presStyleIdx="4" presStyleCnt="5"/>
      <dgm:spPr/>
    </dgm:pt>
    <dgm:pt modelId="{561CF206-F967-4158-B200-F1E72286ED97}" type="pres">
      <dgm:prSet presAssocID="{7EF26311-7C28-46F2-9E08-E47E87FC8F2C}" presName="connectorText" presStyleLbl="sibTrans1D1" presStyleIdx="4" presStyleCnt="5"/>
      <dgm:spPr/>
    </dgm:pt>
    <dgm:pt modelId="{D96AE105-722D-4BF3-8CD1-4C5FD49394CB}" type="pres">
      <dgm:prSet presAssocID="{47E1766E-AE51-4A1C-BF9D-ECC94B2196F2}" presName="node" presStyleLbl="node1" presStyleIdx="5" presStyleCnt="6">
        <dgm:presLayoutVars>
          <dgm:bulletEnabled val="1"/>
        </dgm:presLayoutVars>
      </dgm:prSet>
      <dgm:spPr/>
    </dgm:pt>
  </dgm:ptLst>
  <dgm:cxnLst>
    <dgm:cxn modelId="{6CC45E00-8506-4180-8940-6552CF78AF53}" srcId="{FB24CC54-5988-4C64-9858-7A3E91542F93}" destId="{47E1766E-AE51-4A1C-BF9D-ECC94B2196F2}" srcOrd="5" destOrd="0" parTransId="{5B5AA948-4DFB-42CD-BF38-257A0757FAAA}" sibTransId="{B7C4F5DE-076C-4846-85AD-41BB8544BF2E}"/>
    <dgm:cxn modelId="{1F307320-9A50-4571-8CBD-1CC74B53B690}" srcId="{FB24CC54-5988-4C64-9858-7A3E91542F93}" destId="{406B8EC6-B4D1-4571-AF73-C129FCA801BF}" srcOrd="0" destOrd="0" parTransId="{EFEE372E-3254-4897-85AF-906FAA047F97}" sibTransId="{8C2A7DB8-5D7B-4996-8E30-D3AD1FEE4D4B}"/>
    <dgm:cxn modelId="{4E98A226-74B7-48DA-8046-9196417BE632}" type="presOf" srcId="{8C2A7DB8-5D7B-4996-8E30-D3AD1FEE4D4B}" destId="{FF157E87-F6B3-4BD1-8578-21446E2C82E2}" srcOrd="1" destOrd="0" presId="urn:microsoft.com/office/officeart/2016/7/layout/RepeatingBendingProcessNew"/>
    <dgm:cxn modelId="{E6ED5B2C-AB2D-4E43-A567-55D783092894}" srcId="{FB24CC54-5988-4C64-9858-7A3E91542F93}" destId="{94F3FCFA-33AC-4467-B15A-FC4C18507D4C}" srcOrd="3" destOrd="0" parTransId="{4D8B467A-B627-41BC-A7A5-50921B7A5D7D}" sibTransId="{723C003C-7360-4E41-9685-F769EF90AE4F}"/>
    <dgm:cxn modelId="{7034762C-436C-4A9A-A216-97C1D465C331}" type="presOf" srcId="{406B8EC6-B4D1-4571-AF73-C129FCA801BF}" destId="{DF5607F2-2214-4796-9A92-29B4E986F3AF}" srcOrd="0" destOrd="0" presId="urn:microsoft.com/office/officeart/2016/7/layout/RepeatingBendingProcessNew"/>
    <dgm:cxn modelId="{31108E30-D85D-4F41-A9D2-5941E9412D20}" srcId="{FB24CC54-5988-4C64-9858-7A3E91542F93}" destId="{3D69FB98-3F58-4182-BE70-13B1CC944161}" srcOrd="1" destOrd="0" parTransId="{EC5FA145-D952-4CAF-BD35-FD30DDE12E35}" sibTransId="{97884821-E334-4FA1-8068-8C0B333BE63A}"/>
    <dgm:cxn modelId="{373DE03D-B8DA-446A-8A0C-0C4CA78DB49E}" type="presOf" srcId="{7EF26311-7C28-46F2-9E08-E47E87FC8F2C}" destId="{561CF206-F967-4158-B200-F1E72286ED97}" srcOrd="1" destOrd="0" presId="urn:microsoft.com/office/officeart/2016/7/layout/RepeatingBendingProcessNew"/>
    <dgm:cxn modelId="{20C44141-BBDA-4282-99E5-617B2638284D}" type="presOf" srcId="{7EF26311-7C28-46F2-9E08-E47E87FC8F2C}" destId="{D279FCD1-EF36-4343-900B-72236ED25028}" srcOrd="0" destOrd="0" presId="urn:microsoft.com/office/officeart/2016/7/layout/RepeatingBendingProcessNew"/>
    <dgm:cxn modelId="{A552E749-7F9C-40C6-B13B-581C5E2110DE}" type="presOf" srcId="{7C00A819-820F-4B20-A289-2A61F353B35A}" destId="{C2AE541B-8868-4D94-819C-EB8EB55C8A24}" srcOrd="0" destOrd="0" presId="urn:microsoft.com/office/officeart/2016/7/layout/RepeatingBendingProcessNew"/>
    <dgm:cxn modelId="{49C0E26C-5E8C-4B85-B319-EBB559BC26F4}" type="presOf" srcId="{C90D375F-FC11-4486-B554-AFEDBC92B67C}" destId="{378E409A-0807-48DA-AB18-E16D4963C465}" srcOrd="0" destOrd="0" presId="urn:microsoft.com/office/officeart/2016/7/layout/RepeatingBendingProcessNew"/>
    <dgm:cxn modelId="{DB56CA96-1D5E-4A6D-BD10-A97C806C9CAF}" type="presOf" srcId="{3D69FB98-3F58-4182-BE70-13B1CC944161}" destId="{044BE312-3279-4F48-B29B-E8DF9F83F771}" srcOrd="0" destOrd="0" presId="urn:microsoft.com/office/officeart/2016/7/layout/RepeatingBendingProcessNew"/>
    <dgm:cxn modelId="{2F1E0AA2-5A49-4A6B-8936-D130937BD0DF}" type="presOf" srcId="{97884821-E334-4FA1-8068-8C0B333BE63A}" destId="{37AC7C8F-66A9-4C16-8274-5B81B435CEB1}" srcOrd="0" destOrd="0" presId="urn:microsoft.com/office/officeart/2016/7/layout/RepeatingBendingProcessNew"/>
    <dgm:cxn modelId="{14E4BCA4-3B33-4A7D-837C-666F30C2358C}" type="presOf" srcId="{94F3FCFA-33AC-4467-B15A-FC4C18507D4C}" destId="{7D67C618-5186-4A1F-AE5A-B49CF594EEEE}" srcOrd="0" destOrd="0" presId="urn:microsoft.com/office/officeart/2016/7/layout/RepeatingBendingProcessNew"/>
    <dgm:cxn modelId="{1620A4B0-0581-4C11-B261-4937ED29665C}" type="presOf" srcId="{47E1766E-AE51-4A1C-BF9D-ECC94B2196F2}" destId="{D96AE105-722D-4BF3-8CD1-4C5FD49394CB}" srcOrd="0" destOrd="0" presId="urn:microsoft.com/office/officeart/2016/7/layout/RepeatingBendingProcessNew"/>
    <dgm:cxn modelId="{3A2F64B3-C6DC-41C7-A1D3-AB57B5F65A4A}" srcId="{FB24CC54-5988-4C64-9858-7A3E91542F93}" destId="{BA010733-B7B6-42C0-96D5-DFFD3BDC9D36}" srcOrd="2" destOrd="0" parTransId="{4B18A682-BC5B-49D6-8439-D84C279879A9}" sibTransId="{C90D375F-FC11-4486-B554-AFEDBC92B67C}"/>
    <dgm:cxn modelId="{0B82B4B9-E7A4-4291-A38E-1CE68A176325}" type="presOf" srcId="{97884821-E334-4FA1-8068-8C0B333BE63A}" destId="{7E6DCD7C-69F3-4BC3-A8E8-757898266B9D}" srcOrd="1" destOrd="0" presId="urn:microsoft.com/office/officeart/2016/7/layout/RepeatingBendingProcessNew"/>
    <dgm:cxn modelId="{71751DBF-6003-43E4-B62D-10E61529812F}" type="presOf" srcId="{BA010733-B7B6-42C0-96D5-DFFD3BDC9D36}" destId="{6FEBA7B0-891B-4F9C-A1D1-6964EF5795AE}" srcOrd="0" destOrd="0" presId="urn:microsoft.com/office/officeart/2016/7/layout/RepeatingBendingProcessNew"/>
    <dgm:cxn modelId="{FA3AE9D5-02C3-4127-A485-5D2ED9C4A403}" type="presOf" srcId="{FB24CC54-5988-4C64-9858-7A3E91542F93}" destId="{8D9BDB99-AB52-46EE-8654-B85B25E4C175}" srcOrd="0" destOrd="0" presId="urn:microsoft.com/office/officeart/2016/7/layout/RepeatingBendingProcessNew"/>
    <dgm:cxn modelId="{621DCCD8-4834-491C-905A-236487933671}" type="presOf" srcId="{723C003C-7360-4E41-9685-F769EF90AE4F}" destId="{2A3E4F5B-A7FE-4026-9F45-F878CF03AA0A}" srcOrd="0" destOrd="0" presId="urn:microsoft.com/office/officeart/2016/7/layout/RepeatingBendingProcessNew"/>
    <dgm:cxn modelId="{F9CD51DB-2A22-4ACB-A8ED-65E6BDB6E2A2}" type="presOf" srcId="{8C2A7DB8-5D7B-4996-8E30-D3AD1FEE4D4B}" destId="{E5444E75-72D7-43F4-887E-995B973A2434}" srcOrd="0" destOrd="0" presId="urn:microsoft.com/office/officeart/2016/7/layout/RepeatingBendingProcessNew"/>
    <dgm:cxn modelId="{286A88DE-687C-4E1A-8466-9D9C44643C47}" type="presOf" srcId="{723C003C-7360-4E41-9685-F769EF90AE4F}" destId="{F49F7EEE-CA32-4BC7-87D2-11A0DF15995A}" srcOrd="1" destOrd="0" presId="urn:microsoft.com/office/officeart/2016/7/layout/RepeatingBendingProcessNew"/>
    <dgm:cxn modelId="{69C6C0EF-EB06-4100-977A-9E9DFC14EF46}" srcId="{FB24CC54-5988-4C64-9858-7A3E91542F93}" destId="{7C00A819-820F-4B20-A289-2A61F353B35A}" srcOrd="4" destOrd="0" parTransId="{AF3966BC-1CC6-4FDE-AB90-330B5CA56866}" sibTransId="{7EF26311-7C28-46F2-9E08-E47E87FC8F2C}"/>
    <dgm:cxn modelId="{63B0DDF6-D42C-4440-AE97-47B97C5F6469}" type="presOf" srcId="{C90D375F-FC11-4486-B554-AFEDBC92B67C}" destId="{6FA8777E-C26F-422A-9BE1-BC5BBD74F84B}" srcOrd="1" destOrd="0" presId="urn:microsoft.com/office/officeart/2016/7/layout/RepeatingBendingProcessNew"/>
    <dgm:cxn modelId="{1A9157DC-E141-40F3-84ED-DF6F8566209B}" type="presParOf" srcId="{8D9BDB99-AB52-46EE-8654-B85B25E4C175}" destId="{DF5607F2-2214-4796-9A92-29B4E986F3AF}" srcOrd="0" destOrd="0" presId="urn:microsoft.com/office/officeart/2016/7/layout/RepeatingBendingProcessNew"/>
    <dgm:cxn modelId="{D3E27961-AEDD-4856-A49F-D3A879A78BDD}" type="presParOf" srcId="{8D9BDB99-AB52-46EE-8654-B85B25E4C175}" destId="{E5444E75-72D7-43F4-887E-995B973A2434}" srcOrd="1" destOrd="0" presId="urn:microsoft.com/office/officeart/2016/7/layout/RepeatingBendingProcessNew"/>
    <dgm:cxn modelId="{4575965C-1550-4D37-882F-A4A26E67D11E}" type="presParOf" srcId="{E5444E75-72D7-43F4-887E-995B973A2434}" destId="{FF157E87-F6B3-4BD1-8578-21446E2C82E2}" srcOrd="0" destOrd="0" presId="urn:microsoft.com/office/officeart/2016/7/layout/RepeatingBendingProcessNew"/>
    <dgm:cxn modelId="{6847F9D7-DCBE-4435-9087-A66606430EEB}" type="presParOf" srcId="{8D9BDB99-AB52-46EE-8654-B85B25E4C175}" destId="{044BE312-3279-4F48-B29B-E8DF9F83F771}" srcOrd="2" destOrd="0" presId="urn:microsoft.com/office/officeart/2016/7/layout/RepeatingBendingProcessNew"/>
    <dgm:cxn modelId="{76062A7C-67D2-410F-8FD3-1E0FE3CB75C5}" type="presParOf" srcId="{8D9BDB99-AB52-46EE-8654-B85B25E4C175}" destId="{37AC7C8F-66A9-4C16-8274-5B81B435CEB1}" srcOrd="3" destOrd="0" presId="urn:microsoft.com/office/officeart/2016/7/layout/RepeatingBendingProcessNew"/>
    <dgm:cxn modelId="{CD09395B-4820-4F28-B125-5F023AEFC74A}" type="presParOf" srcId="{37AC7C8F-66A9-4C16-8274-5B81B435CEB1}" destId="{7E6DCD7C-69F3-4BC3-A8E8-757898266B9D}" srcOrd="0" destOrd="0" presId="urn:microsoft.com/office/officeart/2016/7/layout/RepeatingBendingProcessNew"/>
    <dgm:cxn modelId="{1B3D2119-688B-4697-B587-8CD72FC68E99}" type="presParOf" srcId="{8D9BDB99-AB52-46EE-8654-B85B25E4C175}" destId="{6FEBA7B0-891B-4F9C-A1D1-6964EF5795AE}" srcOrd="4" destOrd="0" presId="urn:microsoft.com/office/officeart/2016/7/layout/RepeatingBendingProcessNew"/>
    <dgm:cxn modelId="{2B777DE2-0F16-46B1-B834-66E83610B2D1}" type="presParOf" srcId="{8D9BDB99-AB52-46EE-8654-B85B25E4C175}" destId="{378E409A-0807-48DA-AB18-E16D4963C465}" srcOrd="5" destOrd="0" presId="urn:microsoft.com/office/officeart/2016/7/layout/RepeatingBendingProcessNew"/>
    <dgm:cxn modelId="{DBE4F946-A69F-4354-9AEB-8522F92AA844}" type="presParOf" srcId="{378E409A-0807-48DA-AB18-E16D4963C465}" destId="{6FA8777E-C26F-422A-9BE1-BC5BBD74F84B}" srcOrd="0" destOrd="0" presId="urn:microsoft.com/office/officeart/2016/7/layout/RepeatingBendingProcessNew"/>
    <dgm:cxn modelId="{B179EC40-84ED-46F5-A5EF-C44F9FCFE74D}" type="presParOf" srcId="{8D9BDB99-AB52-46EE-8654-B85B25E4C175}" destId="{7D67C618-5186-4A1F-AE5A-B49CF594EEEE}" srcOrd="6" destOrd="0" presId="urn:microsoft.com/office/officeart/2016/7/layout/RepeatingBendingProcessNew"/>
    <dgm:cxn modelId="{A1C1A628-69E2-4B72-B4E6-6A03F3ED5A57}" type="presParOf" srcId="{8D9BDB99-AB52-46EE-8654-B85B25E4C175}" destId="{2A3E4F5B-A7FE-4026-9F45-F878CF03AA0A}" srcOrd="7" destOrd="0" presId="urn:microsoft.com/office/officeart/2016/7/layout/RepeatingBendingProcessNew"/>
    <dgm:cxn modelId="{25C22475-3322-4892-A5B9-61BEBE4B76A6}" type="presParOf" srcId="{2A3E4F5B-A7FE-4026-9F45-F878CF03AA0A}" destId="{F49F7EEE-CA32-4BC7-87D2-11A0DF15995A}" srcOrd="0" destOrd="0" presId="urn:microsoft.com/office/officeart/2016/7/layout/RepeatingBendingProcessNew"/>
    <dgm:cxn modelId="{46647B8F-9AF9-424D-A4B8-B1FE2B3E3711}" type="presParOf" srcId="{8D9BDB99-AB52-46EE-8654-B85B25E4C175}" destId="{C2AE541B-8868-4D94-819C-EB8EB55C8A24}" srcOrd="8" destOrd="0" presId="urn:microsoft.com/office/officeart/2016/7/layout/RepeatingBendingProcessNew"/>
    <dgm:cxn modelId="{BFAD2E16-AEB6-46F8-81A4-7E4A33F47625}" type="presParOf" srcId="{8D9BDB99-AB52-46EE-8654-B85B25E4C175}" destId="{D279FCD1-EF36-4343-900B-72236ED25028}" srcOrd="9" destOrd="0" presId="urn:microsoft.com/office/officeart/2016/7/layout/RepeatingBendingProcessNew"/>
    <dgm:cxn modelId="{5838B3FE-7ED0-49F2-A947-75B91B5CD505}" type="presParOf" srcId="{D279FCD1-EF36-4343-900B-72236ED25028}" destId="{561CF206-F967-4158-B200-F1E72286ED97}" srcOrd="0" destOrd="0" presId="urn:microsoft.com/office/officeart/2016/7/layout/RepeatingBendingProcessNew"/>
    <dgm:cxn modelId="{F86DE862-4065-47EA-8FA7-4E896B43E226}" type="presParOf" srcId="{8D9BDB99-AB52-46EE-8654-B85B25E4C175}" destId="{D96AE105-722D-4BF3-8CD1-4C5FD49394CB}"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BDE82-DA80-4486-9BFC-C812E223675B}">
      <dsp:nvSpPr>
        <dsp:cNvPr id="0" name=""/>
        <dsp:cNvSpPr/>
      </dsp:nvSpPr>
      <dsp:spPr>
        <a:xfrm>
          <a:off x="0" y="1839"/>
          <a:ext cx="6300216"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DB14E88-542A-41AF-9BC2-5138462981A6}">
      <dsp:nvSpPr>
        <dsp:cNvPr id="0" name=""/>
        <dsp:cNvSpPr/>
      </dsp:nvSpPr>
      <dsp:spPr>
        <a:xfrm>
          <a:off x="0" y="1839"/>
          <a:ext cx="6300216" cy="125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En los últimos años donde conceptos como ciencia de datos, </a:t>
          </a:r>
          <a:r>
            <a:rPr lang="es-MX" sz="1600" kern="1200" dirty="0" err="1"/>
            <a:t>big</a:t>
          </a:r>
          <a:r>
            <a:rPr lang="es-MX" sz="1600" kern="1200" dirty="0"/>
            <a:t> data, machine </a:t>
          </a:r>
          <a:r>
            <a:rPr lang="es-MX" sz="1600" kern="1200" dirty="0" err="1"/>
            <a:t>learning</a:t>
          </a:r>
          <a:r>
            <a:rPr lang="es-MX" sz="1600" kern="1200" dirty="0"/>
            <a:t> han cobrado mucha popularidad, esta popularidad ha provocado que se desarrollen soluciones distintas para el manejo de datos, y más cuando hablamos de volúmenes masivos.</a:t>
          </a:r>
          <a:endParaRPr lang="en-US" sz="1600" kern="1200" dirty="0"/>
        </a:p>
      </dsp:txBody>
      <dsp:txXfrm>
        <a:off x="0" y="1839"/>
        <a:ext cx="6300216" cy="1254549"/>
      </dsp:txXfrm>
    </dsp:sp>
    <dsp:sp modelId="{09F1A6EC-F24F-4E67-A424-9BBEAA30A5B0}">
      <dsp:nvSpPr>
        <dsp:cNvPr id="0" name=""/>
        <dsp:cNvSpPr/>
      </dsp:nvSpPr>
      <dsp:spPr>
        <a:xfrm>
          <a:off x="0" y="1256389"/>
          <a:ext cx="6300216" cy="0"/>
        </a:xfrm>
        <a:prstGeom prst="line">
          <a:avLst/>
        </a:prstGeom>
        <a:gradFill rotWithShape="0">
          <a:gsLst>
            <a:gs pos="0">
              <a:schemeClr val="accent5">
                <a:hueOff val="4187701"/>
                <a:satOff val="449"/>
                <a:lumOff val="-8628"/>
                <a:alphaOff val="0"/>
                <a:satMod val="103000"/>
                <a:lumMod val="102000"/>
                <a:tint val="94000"/>
              </a:schemeClr>
            </a:gs>
            <a:gs pos="50000">
              <a:schemeClr val="accent5">
                <a:hueOff val="4187701"/>
                <a:satOff val="449"/>
                <a:lumOff val="-8628"/>
                <a:alphaOff val="0"/>
                <a:satMod val="110000"/>
                <a:lumMod val="100000"/>
                <a:shade val="100000"/>
              </a:schemeClr>
            </a:gs>
            <a:gs pos="100000">
              <a:schemeClr val="accent5">
                <a:hueOff val="4187701"/>
                <a:satOff val="449"/>
                <a:lumOff val="-8628"/>
                <a:alphaOff val="0"/>
                <a:lumMod val="99000"/>
                <a:satMod val="120000"/>
                <a:shade val="78000"/>
              </a:schemeClr>
            </a:gs>
          </a:gsLst>
          <a:lin ang="5400000" scaled="0"/>
        </a:gradFill>
        <a:ln w="12700" cap="flat" cmpd="sng" algn="ctr">
          <a:solidFill>
            <a:schemeClr val="accent5">
              <a:hueOff val="4187701"/>
              <a:satOff val="449"/>
              <a:lumOff val="-862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90658E9A-0601-45F4-9F7E-493B84D59B00}">
      <dsp:nvSpPr>
        <dsp:cNvPr id="0" name=""/>
        <dsp:cNvSpPr/>
      </dsp:nvSpPr>
      <dsp:spPr>
        <a:xfrm>
          <a:off x="0" y="1256389"/>
          <a:ext cx="6300216" cy="125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Empezando con Apache Spark surge en 2009 como proyecto de investigación de la universidad de California, Berkeley, para mejorar el procesamiento de datos especialmente para tareas de aprendizaje automático. En 2010 se convirtió en un proyecto de código abierto</a:t>
          </a:r>
          <a:endParaRPr lang="en-US" sz="1600" kern="1200"/>
        </a:p>
      </dsp:txBody>
      <dsp:txXfrm>
        <a:off x="0" y="1256389"/>
        <a:ext cx="6300216" cy="1254549"/>
      </dsp:txXfrm>
    </dsp:sp>
    <dsp:sp modelId="{D1F9DBA7-EFED-4059-A428-4A19FFD9DB38}">
      <dsp:nvSpPr>
        <dsp:cNvPr id="0" name=""/>
        <dsp:cNvSpPr/>
      </dsp:nvSpPr>
      <dsp:spPr>
        <a:xfrm>
          <a:off x="0" y="2510938"/>
          <a:ext cx="6300216" cy="0"/>
        </a:xfrm>
        <a:prstGeom prst="line">
          <a:avLst/>
        </a:prstGeom>
        <a:gradFill rotWithShape="0">
          <a:gsLst>
            <a:gs pos="0">
              <a:schemeClr val="accent5">
                <a:hueOff val="8375403"/>
                <a:satOff val="897"/>
                <a:lumOff val="-17256"/>
                <a:alphaOff val="0"/>
                <a:satMod val="103000"/>
                <a:lumMod val="102000"/>
                <a:tint val="94000"/>
              </a:schemeClr>
            </a:gs>
            <a:gs pos="50000">
              <a:schemeClr val="accent5">
                <a:hueOff val="8375403"/>
                <a:satOff val="897"/>
                <a:lumOff val="-17256"/>
                <a:alphaOff val="0"/>
                <a:satMod val="110000"/>
                <a:lumMod val="100000"/>
                <a:shade val="100000"/>
              </a:schemeClr>
            </a:gs>
            <a:gs pos="100000">
              <a:schemeClr val="accent5">
                <a:hueOff val="8375403"/>
                <a:satOff val="897"/>
                <a:lumOff val="-17256"/>
                <a:alphaOff val="0"/>
                <a:lumMod val="99000"/>
                <a:satMod val="120000"/>
                <a:shade val="78000"/>
              </a:schemeClr>
            </a:gs>
          </a:gsLst>
          <a:lin ang="5400000" scaled="0"/>
        </a:gradFill>
        <a:ln w="12700" cap="flat" cmpd="sng" algn="ctr">
          <a:solidFill>
            <a:schemeClr val="accent5">
              <a:hueOff val="8375403"/>
              <a:satOff val="897"/>
              <a:lumOff val="-1725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A71C7B0-3676-42B1-8EAB-05FEE83EA3E3}">
      <dsp:nvSpPr>
        <dsp:cNvPr id="0" name=""/>
        <dsp:cNvSpPr/>
      </dsp:nvSpPr>
      <dsp:spPr>
        <a:xfrm>
          <a:off x="0" y="2510938"/>
          <a:ext cx="6300216" cy="125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a:t>Databricks es una plataforma de Analisis basada en Apache Spark, en esencia proporciona un ambiente optimo para el desarrollo de Spark. </a:t>
          </a:r>
          <a:endParaRPr lang="en-US" sz="1600" kern="1200"/>
        </a:p>
      </dsp:txBody>
      <dsp:txXfrm>
        <a:off x="0" y="2510938"/>
        <a:ext cx="6300216" cy="12545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8B2149-62ED-4CB8-9854-7C20E0DB174E}">
      <dsp:nvSpPr>
        <dsp:cNvPr id="0" name=""/>
        <dsp:cNvSpPr/>
      </dsp:nvSpPr>
      <dsp:spPr>
        <a:xfrm>
          <a:off x="1434748" y="24664"/>
          <a:ext cx="1281772" cy="128177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954008-A433-4B7E-982B-BDDD8CB45CB8}">
      <dsp:nvSpPr>
        <dsp:cNvPr id="0" name=""/>
        <dsp:cNvSpPr/>
      </dsp:nvSpPr>
      <dsp:spPr>
        <a:xfrm>
          <a:off x="1707912" y="297829"/>
          <a:ext cx="735443" cy="7354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A9EEAB-5EF4-4295-B4AE-2243BAF1FB05}">
      <dsp:nvSpPr>
        <dsp:cNvPr id="0" name=""/>
        <dsp:cNvSpPr/>
      </dsp:nvSpPr>
      <dsp:spPr>
        <a:xfrm>
          <a:off x="1025001" y="1705677"/>
          <a:ext cx="210126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s-MX" sz="1800" kern="1200"/>
            <a:t>Batch / Streaming de Datos</a:t>
          </a:r>
          <a:endParaRPr lang="en-US" sz="1800" kern="1200"/>
        </a:p>
      </dsp:txBody>
      <dsp:txXfrm>
        <a:off x="1025001" y="1705677"/>
        <a:ext cx="2101266" cy="720000"/>
      </dsp:txXfrm>
    </dsp:sp>
    <dsp:sp modelId="{249C3CC9-BB9E-49FF-AC04-410ABF0388F7}">
      <dsp:nvSpPr>
        <dsp:cNvPr id="0" name=""/>
        <dsp:cNvSpPr/>
      </dsp:nvSpPr>
      <dsp:spPr>
        <a:xfrm>
          <a:off x="3903735" y="24664"/>
          <a:ext cx="1281772" cy="128177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80F043-033B-4055-8FDF-F07E9C9067C8}">
      <dsp:nvSpPr>
        <dsp:cNvPr id="0" name=""/>
        <dsp:cNvSpPr/>
      </dsp:nvSpPr>
      <dsp:spPr>
        <a:xfrm>
          <a:off x="4176900" y="297829"/>
          <a:ext cx="735443" cy="7354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0FC8B8-6696-4AF7-A4FB-C4E59F9E36BF}">
      <dsp:nvSpPr>
        <dsp:cNvPr id="0" name=""/>
        <dsp:cNvSpPr/>
      </dsp:nvSpPr>
      <dsp:spPr>
        <a:xfrm>
          <a:off x="3493988" y="1705677"/>
          <a:ext cx="210126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s-MX" sz="1800" kern="1200"/>
            <a:t>SQL Analytics</a:t>
          </a:r>
          <a:endParaRPr lang="en-US" sz="1800" kern="1200"/>
        </a:p>
      </dsp:txBody>
      <dsp:txXfrm>
        <a:off x="3493988" y="1705677"/>
        <a:ext cx="2101266" cy="720000"/>
      </dsp:txXfrm>
    </dsp:sp>
    <dsp:sp modelId="{CFF5AB28-851F-47EE-BCEE-BBCC03CE55E3}">
      <dsp:nvSpPr>
        <dsp:cNvPr id="0" name=""/>
        <dsp:cNvSpPr/>
      </dsp:nvSpPr>
      <dsp:spPr>
        <a:xfrm>
          <a:off x="1434748" y="2950994"/>
          <a:ext cx="1281772" cy="128177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FDBEE7-CE48-47DB-81E3-05F52BC9ED75}">
      <dsp:nvSpPr>
        <dsp:cNvPr id="0" name=""/>
        <dsp:cNvSpPr/>
      </dsp:nvSpPr>
      <dsp:spPr>
        <a:xfrm>
          <a:off x="1707912" y="3224158"/>
          <a:ext cx="735443" cy="7354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9EB52F-A113-417F-BC66-868D5779F6A1}">
      <dsp:nvSpPr>
        <dsp:cNvPr id="0" name=""/>
        <dsp:cNvSpPr/>
      </dsp:nvSpPr>
      <dsp:spPr>
        <a:xfrm>
          <a:off x="1025001" y="4632007"/>
          <a:ext cx="210126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Cienca de datos  a gran escala</a:t>
          </a:r>
        </a:p>
      </dsp:txBody>
      <dsp:txXfrm>
        <a:off x="1025001" y="4632007"/>
        <a:ext cx="2101266" cy="720000"/>
      </dsp:txXfrm>
    </dsp:sp>
    <dsp:sp modelId="{35EF8A33-BB2C-46EE-9CCD-88B88D1D159E}">
      <dsp:nvSpPr>
        <dsp:cNvPr id="0" name=""/>
        <dsp:cNvSpPr/>
      </dsp:nvSpPr>
      <dsp:spPr>
        <a:xfrm>
          <a:off x="3903735" y="2950994"/>
          <a:ext cx="1281772" cy="1281772"/>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6B0A7-59AD-480A-BF26-5533FE39E6E0}">
      <dsp:nvSpPr>
        <dsp:cNvPr id="0" name=""/>
        <dsp:cNvSpPr/>
      </dsp:nvSpPr>
      <dsp:spPr>
        <a:xfrm>
          <a:off x="4176900" y="3224158"/>
          <a:ext cx="735443" cy="7354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0B2E13-C35D-478A-974F-F7663A4F94EE}">
      <dsp:nvSpPr>
        <dsp:cNvPr id="0" name=""/>
        <dsp:cNvSpPr/>
      </dsp:nvSpPr>
      <dsp:spPr>
        <a:xfrm>
          <a:off x="3493988" y="4632007"/>
          <a:ext cx="210126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s-MX" sz="1800" kern="1200"/>
            <a:t>Machine Learning</a:t>
          </a:r>
          <a:endParaRPr lang="en-US" sz="1800" kern="1200"/>
        </a:p>
      </dsp:txBody>
      <dsp:txXfrm>
        <a:off x="3493988" y="4632007"/>
        <a:ext cx="2101266"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44E75-72D7-43F4-887E-995B973A2434}">
      <dsp:nvSpPr>
        <dsp:cNvPr id="0" name=""/>
        <dsp:cNvSpPr/>
      </dsp:nvSpPr>
      <dsp:spPr>
        <a:xfrm>
          <a:off x="2814907" y="623559"/>
          <a:ext cx="480753" cy="91440"/>
        </a:xfrm>
        <a:custGeom>
          <a:avLst/>
          <a:gdLst/>
          <a:ahLst/>
          <a:cxnLst/>
          <a:rect l="0" t="0" r="0" b="0"/>
          <a:pathLst>
            <a:path>
              <a:moveTo>
                <a:pt x="0" y="45720"/>
              </a:moveTo>
              <a:lnTo>
                <a:pt x="48075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42500" y="666722"/>
        <a:ext cx="25567" cy="5113"/>
      </dsp:txXfrm>
    </dsp:sp>
    <dsp:sp modelId="{DF5607F2-2214-4796-9A92-29B4E986F3AF}">
      <dsp:nvSpPr>
        <dsp:cNvPr id="0" name=""/>
        <dsp:cNvSpPr/>
      </dsp:nvSpPr>
      <dsp:spPr>
        <a:xfrm>
          <a:off x="593429" y="2296"/>
          <a:ext cx="2223277" cy="133396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942" tIns="114354" rIns="108942" bIns="114354" numCol="1" spcCol="1270" anchor="ctr" anchorCtr="0">
          <a:noAutofit/>
        </a:bodyPr>
        <a:lstStyle/>
        <a:p>
          <a:pPr marL="0" lvl="0" indent="0" algn="ctr" defTabSz="889000">
            <a:lnSpc>
              <a:spcPct val="90000"/>
            </a:lnSpc>
            <a:spcBef>
              <a:spcPct val="0"/>
            </a:spcBef>
            <a:spcAft>
              <a:spcPct val="35000"/>
            </a:spcAft>
            <a:buNone/>
          </a:pPr>
          <a:r>
            <a:rPr lang="es-MX" sz="2000" kern="1200"/>
            <a:t>Es una plataforma unificada para el ciclo de vida de los datos</a:t>
          </a:r>
          <a:endParaRPr lang="en-US" sz="2000" kern="1200"/>
        </a:p>
      </dsp:txBody>
      <dsp:txXfrm>
        <a:off x="593429" y="2296"/>
        <a:ext cx="2223277" cy="1333966"/>
      </dsp:txXfrm>
    </dsp:sp>
    <dsp:sp modelId="{37AC7C8F-66A9-4C16-8274-5B81B435CEB1}">
      <dsp:nvSpPr>
        <dsp:cNvPr id="0" name=""/>
        <dsp:cNvSpPr/>
      </dsp:nvSpPr>
      <dsp:spPr>
        <a:xfrm>
          <a:off x="1705068" y="1334462"/>
          <a:ext cx="2734631" cy="480753"/>
        </a:xfrm>
        <a:custGeom>
          <a:avLst/>
          <a:gdLst/>
          <a:ahLst/>
          <a:cxnLst/>
          <a:rect l="0" t="0" r="0" b="0"/>
          <a:pathLst>
            <a:path>
              <a:moveTo>
                <a:pt x="2734631" y="0"/>
              </a:moveTo>
              <a:lnTo>
                <a:pt x="2734631" y="257476"/>
              </a:lnTo>
              <a:lnTo>
                <a:pt x="0" y="257476"/>
              </a:lnTo>
              <a:lnTo>
                <a:pt x="0" y="480753"/>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02833" y="1572282"/>
        <a:ext cx="139101" cy="5113"/>
      </dsp:txXfrm>
    </dsp:sp>
    <dsp:sp modelId="{044BE312-3279-4F48-B29B-E8DF9F83F771}">
      <dsp:nvSpPr>
        <dsp:cNvPr id="0" name=""/>
        <dsp:cNvSpPr/>
      </dsp:nvSpPr>
      <dsp:spPr>
        <a:xfrm>
          <a:off x="3328060" y="2296"/>
          <a:ext cx="2223277" cy="133396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942" tIns="114354" rIns="108942" bIns="114354" numCol="1" spcCol="1270" anchor="ctr" anchorCtr="0">
          <a:noAutofit/>
        </a:bodyPr>
        <a:lstStyle/>
        <a:p>
          <a:pPr marL="0" lvl="0" indent="0" algn="ctr" defTabSz="889000">
            <a:lnSpc>
              <a:spcPct val="90000"/>
            </a:lnSpc>
            <a:spcBef>
              <a:spcPct val="0"/>
            </a:spcBef>
            <a:spcAft>
              <a:spcPct val="35000"/>
            </a:spcAft>
            <a:buNone/>
          </a:pPr>
          <a:r>
            <a:rPr lang="es-MX" sz="2000" kern="1200"/>
            <a:t>Alto rendimiento</a:t>
          </a:r>
          <a:endParaRPr lang="en-US" sz="2000" kern="1200"/>
        </a:p>
      </dsp:txBody>
      <dsp:txXfrm>
        <a:off x="3328060" y="2296"/>
        <a:ext cx="2223277" cy="1333966"/>
      </dsp:txXfrm>
    </dsp:sp>
    <dsp:sp modelId="{378E409A-0807-48DA-AB18-E16D4963C465}">
      <dsp:nvSpPr>
        <dsp:cNvPr id="0" name=""/>
        <dsp:cNvSpPr/>
      </dsp:nvSpPr>
      <dsp:spPr>
        <a:xfrm>
          <a:off x="2814907" y="2468880"/>
          <a:ext cx="480753" cy="91440"/>
        </a:xfrm>
        <a:custGeom>
          <a:avLst/>
          <a:gdLst/>
          <a:ahLst/>
          <a:cxnLst/>
          <a:rect l="0" t="0" r="0" b="0"/>
          <a:pathLst>
            <a:path>
              <a:moveTo>
                <a:pt x="0" y="45720"/>
              </a:moveTo>
              <a:lnTo>
                <a:pt x="48075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42500" y="2512043"/>
        <a:ext cx="25567" cy="5113"/>
      </dsp:txXfrm>
    </dsp:sp>
    <dsp:sp modelId="{6FEBA7B0-891B-4F9C-A1D1-6964EF5795AE}">
      <dsp:nvSpPr>
        <dsp:cNvPr id="0" name=""/>
        <dsp:cNvSpPr/>
      </dsp:nvSpPr>
      <dsp:spPr>
        <a:xfrm>
          <a:off x="593429" y="1847616"/>
          <a:ext cx="2223277" cy="133396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942" tIns="114354" rIns="108942" bIns="114354" numCol="1" spcCol="1270" anchor="ctr" anchorCtr="0">
          <a:noAutofit/>
        </a:bodyPr>
        <a:lstStyle/>
        <a:p>
          <a:pPr marL="0" lvl="0" indent="0" algn="ctr" defTabSz="889000">
            <a:lnSpc>
              <a:spcPct val="90000"/>
            </a:lnSpc>
            <a:spcBef>
              <a:spcPct val="0"/>
            </a:spcBef>
            <a:spcAft>
              <a:spcPct val="35000"/>
            </a:spcAft>
            <a:buNone/>
          </a:pPr>
          <a:r>
            <a:rPr lang="es-MX" sz="2000" kern="1200"/>
            <a:t>Seguridad </a:t>
          </a:r>
          <a:endParaRPr lang="en-US" sz="2000" kern="1200"/>
        </a:p>
      </dsp:txBody>
      <dsp:txXfrm>
        <a:off x="593429" y="1847616"/>
        <a:ext cx="2223277" cy="1333966"/>
      </dsp:txXfrm>
    </dsp:sp>
    <dsp:sp modelId="{2A3E4F5B-A7FE-4026-9F45-F878CF03AA0A}">
      <dsp:nvSpPr>
        <dsp:cNvPr id="0" name=""/>
        <dsp:cNvSpPr/>
      </dsp:nvSpPr>
      <dsp:spPr>
        <a:xfrm>
          <a:off x="1705068" y="3179783"/>
          <a:ext cx="2734631" cy="480753"/>
        </a:xfrm>
        <a:custGeom>
          <a:avLst/>
          <a:gdLst/>
          <a:ahLst/>
          <a:cxnLst/>
          <a:rect l="0" t="0" r="0" b="0"/>
          <a:pathLst>
            <a:path>
              <a:moveTo>
                <a:pt x="2734631" y="0"/>
              </a:moveTo>
              <a:lnTo>
                <a:pt x="2734631" y="257476"/>
              </a:lnTo>
              <a:lnTo>
                <a:pt x="0" y="257476"/>
              </a:lnTo>
              <a:lnTo>
                <a:pt x="0" y="480753"/>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02833" y="3417603"/>
        <a:ext cx="139101" cy="5113"/>
      </dsp:txXfrm>
    </dsp:sp>
    <dsp:sp modelId="{7D67C618-5186-4A1F-AE5A-B49CF594EEEE}">
      <dsp:nvSpPr>
        <dsp:cNvPr id="0" name=""/>
        <dsp:cNvSpPr/>
      </dsp:nvSpPr>
      <dsp:spPr>
        <a:xfrm>
          <a:off x="3328060" y="1847616"/>
          <a:ext cx="2223277" cy="133396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942" tIns="114354" rIns="108942" bIns="114354" numCol="1" spcCol="1270" anchor="ctr" anchorCtr="0">
          <a:noAutofit/>
        </a:bodyPr>
        <a:lstStyle/>
        <a:p>
          <a:pPr marL="0" lvl="0" indent="0" algn="ctr" defTabSz="889000">
            <a:lnSpc>
              <a:spcPct val="90000"/>
            </a:lnSpc>
            <a:spcBef>
              <a:spcPct val="0"/>
            </a:spcBef>
            <a:spcAft>
              <a:spcPct val="35000"/>
            </a:spcAft>
            <a:buNone/>
          </a:pPr>
          <a:r>
            <a:rPr lang="es-MX" sz="2000" kern="1200"/>
            <a:t>Soporte nativo para bibliotecas modernas</a:t>
          </a:r>
          <a:endParaRPr lang="en-US" sz="2000" kern="1200"/>
        </a:p>
      </dsp:txBody>
      <dsp:txXfrm>
        <a:off x="3328060" y="1847616"/>
        <a:ext cx="2223277" cy="1333966"/>
      </dsp:txXfrm>
    </dsp:sp>
    <dsp:sp modelId="{D279FCD1-EF36-4343-900B-72236ED25028}">
      <dsp:nvSpPr>
        <dsp:cNvPr id="0" name=""/>
        <dsp:cNvSpPr/>
      </dsp:nvSpPr>
      <dsp:spPr>
        <a:xfrm>
          <a:off x="2814907" y="4314200"/>
          <a:ext cx="480753" cy="91440"/>
        </a:xfrm>
        <a:custGeom>
          <a:avLst/>
          <a:gdLst/>
          <a:ahLst/>
          <a:cxnLst/>
          <a:rect l="0" t="0" r="0" b="0"/>
          <a:pathLst>
            <a:path>
              <a:moveTo>
                <a:pt x="0" y="45720"/>
              </a:moveTo>
              <a:lnTo>
                <a:pt x="48075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42500" y="4357363"/>
        <a:ext cx="25567" cy="5113"/>
      </dsp:txXfrm>
    </dsp:sp>
    <dsp:sp modelId="{C2AE541B-8868-4D94-819C-EB8EB55C8A24}">
      <dsp:nvSpPr>
        <dsp:cNvPr id="0" name=""/>
        <dsp:cNvSpPr/>
      </dsp:nvSpPr>
      <dsp:spPr>
        <a:xfrm>
          <a:off x="593429" y="3692937"/>
          <a:ext cx="2223277" cy="133396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942" tIns="114354" rIns="108942" bIns="114354" numCol="1" spcCol="1270" anchor="ctr" anchorCtr="0">
          <a:noAutofit/>
        </a:bodyPr>
        <a:lstStyle/>
        <a:p>
          <a:pPr marL="0" lvl="0" indent="0" algn="ctr" defTabSz="889000">
            <a:lnSpc>
              <a:spcPct val="90000"/>
            </a:lnSpc>
            <a:spcBef>
              <a:spcPct val="0"/>
            </a:spcBef>
            <a:spcAft>
              <a:spcPct val="35000"/>
            </a:spcAft>
            <a:buNone/>
          </a:pPr>
          <a:r>
            <a:rPr lang="es-MX" sz="2000" kern="1200"/>
            <a:t>Flexibilidad y Multicloud</a:t>
          </a:r>
          <a:endParaRPr lang="en-US" sz="2000" kern="1200"/>
        </a:p>
      </dsp:txBody>
      <dsp:txXfrm>
        <a:off x="593429" y="3692937"/>
        <a:ext cx="2223277" cy="1333966"/>
      </dsp:txXfrm>
    </dsp:sp>
    <dsp:sp modelId="{D96AE105-722D-4BF3-8CD1-4C5FD49394CB}">
      <dsp:nvSpPr>
        <dsp:cNvPr id="0" name=""/>
        <dsp:cNvSpPr/>
      </dsp:nvSpPr>
      <dsp:spPr>
        <a:xfrm>
          <a:off x="3328060" y="3692937"/>
          <a:ext cx="2223277" cy="133396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942" tIns="114354" rIns="108942" bIns="114354" numCol="1" spcCol="1270" anchor="ctr" anchorCtr="0">
          <a:noAutofit/>
        </a:bodyPr>
        <a:lstStyle/>
        <a:p>
          <a:pPr marL="0" lvl="0" indent="0" algn="ctr" defTabSz="889000">
            <a:lnSpc>
              <a:spcPct val="90000"/>
            </a:lnSpc>
            <a:spcBef>
              <a:spcPct val="0"/>
            </a:spcBef>
            <a:spcAft>
              <a:spcPct val="35000"/>
            </a:spcAft>
            <a:buNone/>
          </a:pPr>
          <a:r>
            <a:rPr lang="es-MX" sz="2000" kern="1200"/>
            <a:t>Entorno colaborativo</a:t>
          </a:r>
          <a:endParaRPr lang="en-US" sz="2000" kern="1200"/>
        </a:p>
      </dsp:txBody>
      <dsp:txXfrm>
        <a:off x="3328060" y="3692937"/>
        <a:ext cx="2223277" cy="133396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B34F05-D79E-4EE1-89E1-911ABC7E7861}" type="datetimeFigureOut">
              <a:rPr lang="es-MX" smtClean="0"/>
              <a:t>24/07/2025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ABE48-7504-4445-A691-C3A98DCD9750}" type="slidenum">
              <a:rPr lang="es-MX" smtClean="0"/>
              <a:t>‹Nº›</a:t>
            </a:fld>
            <a:endParaRPr lang="es-MX"/>
          </a:p>
        </p:txBody>
      </p:sp>
    </p:spTree>
    <p:extLst>
      <p:ext uri="{BB962C8B-B14F-4D97-AF65-F5344CB8AC3E}">
        <p14:creationId xmlns:p14="http://schemas.microsoft.com/office/powerpoint/2010/main" val="4277987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1. </a:t>
            </a:r>
            <a:r>
              <a:rPr lang="es-MX" b="1" dirty="0" err="1"/>
              <a:t>Batch</a:t>
            </a:r>
            <a:r>
              <a:rPr lang="es-MX" b="1" dirty="0"/>
              <a:t> / </a:t>
            </a:r>
            <a:r>
              <a:rPr lang="es-MX" b="1" dirty="0" err="1"/>
              <a:t>Streaming</a:t>
            </a:r>
            <a:r>
              <a:rPr lang="es-MX" b="1" dirty="0"/>
              <a:t> Data</a:t>
            </a:r>
          </a:p>
          <a:p>
            <a:r>
              <a:rPr lang="es-MX" b="1" dirty="0"/>
              <a:t>¿Qué es?</a:t>
            </a:r>
          </a:p>
          <a:p>
            <a:r>
              <a:rPr lang="es-MX" dirty="0" err="1"/>
              <a:t>Spark</a:t>
            </a:r>
            <a:r>
              <a:rPr lang="es-MX" dirty="0"/>
              <a:t> permite procesar tanto datos </a:t>
            </a:r>
            <a:r>
              <a:rPr lang="es-MX" b="1" dirty="0"/>
              <a:t>por lotes</a:t>
            </a:r>
            <a:r>
              <a:rPr lang="es-MX" dirty="0"/>
              <a:t> (</a:t>
            </a:r>
            <a:r>
              <a:rPr lang="es-MX" dirty="0" err="1"/>
              <a:t>batch</a:t>
            </a:r>
            <a:r>
              <a:rPr lang="es-MX" dirty="0"/>
              <a:t>) como </a:t>
            </a:r>
            <a:r>
              <a:rPr lang="es-MX" b="1" dirty="0"/>
              <a:t>en tiempo real</a:t>
            </a:r>
            <a:r>
              <a:rPr lang="es-MX" dirty="0"/>
              <a:t> (</a:t>
            </a:r>
            <a:r>
              <a:rPr lang="es-MX" dirty="0" err="1"/>
              <a:t>streaming</a:t>
            </a:r>
            <a:r>
              <a:rPr lang="es-MX" dirty="0"/>
              <a:t>) usando un solo motor.</a:t>
            </a:r>
          </a:p>
          <a:p>
            <a:r>
              <a:rPr lang="es-MX" b="1" dirty="0" err="1"/>
              <a:t>Batch</a:t>
            </a:r>
            <a:r>
              <a:rPr lang="es-MX" dirty="0"/>
              <a:t>: procesamiento de grandes volúmenes de datos históricos, típico en ETL, informes y análisis.</a:t>
            </a:r>
          </a:p>
          <a:p>
            <a:r>
              <a:rPr lang="es-MX" b="1" dirty="0" err="1"/>
              <a:t>Streaming</a:t>
            </a:r>
            <a:r>
              <a:rPr lang="es-MX" dirty="0"/>
              <a:t>: procesamiento de flujos de datos en tiempo real, como logs, sensores </a:t>
            </a:r>
            <a:r>
              <a:rPr lang="es-MX" dirty="0" err="1"/>
              <a:t>IoT</a:t>
            </a:r>
            <a:r>
              <a:rPr lang="es-MX" dirty="0"/>
              <a:t> o redes sociales.</a:t>
            </a:r>
          </a:p>
          <a:p>
            <a:r>
              <a:rPr lang="es-MX" b="1" dirty="0"/>
              <a:t>¿Cómo lo hace?</a:t>
            </a:r>
          </a:p>
          <a:p>
            <a:r>
              <a:rPr lang="es-MX" dirty="0"/>
              <a:t>Usa </a:t>
            </a:r>
            <a:r>
              <a:rPr lang="es-MX" b="1" dirty="0" err="1"/>
              <a:t>Spark</a:t>
            </a:r>
            <a:r>
              <a:rPr lang="es-MX" b="1" dirty="0"/>
              <a:t> Core</a:t>
            </a:r>
            <a:r>
              <a:rPr lang="es-MX" dirty="0"/>
              <a:t> para </a:t>
            </a:r>
            <a:r>
              <a:rPr lang="es-MX" dirty="0" err="1"/>
              <a:t>batch</a:t>
            </a:r>
            <a:r>
              <a:rPr lang="es-MX" dirty="0"/>
              <a:t>.</a:t>
            </a:r>
          </a:p>
          <a:p>
            <a:r>
              <a:rPr lang="es-MX" dirty="0"/>
              <a:t>Usa </a:t>
            </a:r>
            <a:r>
              <a:rPr lang="es-MX" b="1" dirty="0" err="1"/>
              <a:t>Structured</a:t>
            </a:r>
            <a:r>
              <a:rPr lang="es-MX" b="1" dirty="0"/>
              <a:t> </a:t>
            </a:r>
            <a:r>
              <a:rPr lang="es-MX" b="1" dirty="0" err="1"/>
              <a:t>Streaming</a:t>
            </a:r>
            <a:r>
              <a:rPr lang="es-MX" dirty="0"/>
              <a:t> para flujos de datos, basado en los mismos </a:t>
            </a:r>
            <a:r>
              <a:rPr lang="es-MX" dirty="0" err="1"/>
              <a:t>DataFrames</a:t>
            </a:r>
            <a:r>
              <a:rPr lang="es-MX" dirty="0"/>
              <a:t> que </a:t>
            </a:r>
            <a:r>
              <a:rPr lang="es-MX" dirty="0" err="1"/>
              <a:t>Spark</a:t>
            </a:r>
            <a:r>
              <a:rPr lang="es-MX" dirty="0"/>
              <a:t> SQL.</a:t>
            </a:r>
          </a:p>
          <a:p>
            <a:r>
              <a:rPr lang="es-MX" b="1" dirty="0"/>
              <a:t>Ventaja</a:t>
            </a:r>
            <a:r>
              <a:rPr lang="es-MX" dirty="0"/>
              <a:t>: No necesitas herramientas separadas para </a:t>
            </a:r>
            <a:r>
              <a:rPr lang="es-MX" dirty="0" err="1"/>
              <a:t>streaming</a:t>
            </a:r>
            <a:r>
              <a:rPr lang="es-MX" dirty="0"/>
              <a:t> y </a:t>
            </a:r>
            <a:r>
              <a:rPr lang="es-MX" dirty="0" err="1"/>
              <a:t>batch</a:t>
            </a:r>
            <a:r>
              <a:rPr lang="es-MX" dirty="0"/>
              <a:t>. Puedes usar el mismo código, sintaxis y motor.</a:t>
            </a:r>
          </a:p>
          <a:p>
            <a:endParaRPr lang="es-MX" dirty="0"/>
          </a:p>
          <a:p>
            <a:r>
              <a:rPr lang="es-MX" b="1" dirty="0"/>
              <a:t>2. SQL </a:t>
            </a:r>
            <a:r>
              <a:rPr lang="es-MX" b="1" dirty="0" err="1"/>
              <a:t>Analytics</a:t>
            </a:r>
            <a:endParaRPr lang="es-MX" b="1" dirty="0"/>
          </a:p>
          <a:p>
            <a:r>
              <a:rPr lang="es-MX" b="1" dirty="0"/>
              <a:t>¿Qué es?</a:t>
            </a:r>
          </a:p>
          <a:p>
            <a:r>
              <a:rPr lang="es-MX" dirty="0" err="1"/>
              <a:t>Spark</a:t>
            </a:r>
            <a:r>
              <a:rPr lang="es-MX" dirty="0"/>
              <a:t> permite realizar consultas SQL sobre grandes volúmenes de datos distribuidos, incluso si los datos están en formatos como JSON, </a:t>
            </a:r>
            <a:r>
              <a:rPr lang="es-MX" dirty="0" err="1"/>
              <a:t>Parquet</a:t>
            </a:r>
            <a:r>
              <a:rPr lang="es-MX" dirty="0"/>
              <a:t>, </a:t>
            </a:r>
            <a:r>
              <a:rPr lang="es-MX" dirty="0" err="1"/>
              <a:t>Avro</a:t>
            </a:r>
            <a:r>
              <a:rPr lang="es-MX" dirty="0"/>
              <a:t>, etc.</a:t>
            </a:r>
          </a:p>
          <a:p>
            <a:r>
              <a:rPr lang="es-MX" b="1" dirty="0"/>
              <a:t>¿Cómo lo hace?</a:t>
            </a:r>
          </a:p>
          <a:p>
            <a:r>
              <a:rPr lang="es-MX" dirty="0"/>
              <a:t>A través del módulo </a:t>
            </a:r>
            <a:r>
              <a:rPr lang="es-MX" b="1" dirty="0" err="1"/>
              <a:t>Spark</a:t>
            </a:r>
            <a:r>
              <a:rPr lang="es-MX" b="1" dirty="0"/>
              <a:t> SQL</a:t>
            </a:r>
            <a:r>
              <a:rPr lang="es-MX" dirty="0"/>
              <a:t>, que convierte las consultas SQL en operaciones sobre </a:t>
            </a:r>
            <a:r>
              <a:rPr lang="es-MX" dirty="0" err="1"/>
              <a:t>DataFrames</a:t>
            </a:r>
            <a:r>
              <a:rPr lang="es-MX" dirty="0"/>
              <a:t> y las optimiza con el </a:t>
            </a:r>
            <a:r>
              <a:rPr lang="es-MX" b="1" dirty="0" err="1"/>
              <a:t>Catalyst</a:t>
            </a:r>
            <a:r>
              <a:rPr lang="es-MX" b="1" dirty="0"/>
              <a:t> </a:t>
            </a:r>
            <a:r>
              <a:rPr lang="es-MX" b="1" dirty="0" err="1"/>
              <a:t>Optimizer</a:t>
            </a:r>
            <a:r>
              <a:rPr lang="es-MX" dirty="0"/>
              <a:t>.</a:t>
            </a:r>
          </a:p>
          <a:p>
            <a:r>
              <a:rPr lang="es-MX" b="1" dirty="0"/>
              <a:t>Ventaja</a:t>
            </a:r>
            <a:r>
              <a:rPr lang="es-MX" dirty="0"/>
              <a:t>: Los analistas pueden trabajar con SQL tradicional, mientras que los ingenieros y científicos de datos pueden aprovechar el mismo motor usando código en Python, Scala, etc.</a:t>
            </a:r>
          </a:p>
          <a:p>
            <a:endParaRPr lang="es-MX" dirty="0"/>
          </a:p>
          <a:p>
            <a:r>
              <a:rPr lang="en-US" dirty="0"/>
              <a:t>3. </a:t>
            </a:r>
            <a:r>
              <a:rPr lang="en-US" b="1" dirty="0"/>
              <a:t>Data Science at Scale</a:t>
            </a:r>
            <a:endParaRPr lang="es-MX" dirty="0"/>
          </a:p>
          <a:p>
            <a:r>
              <a:rPr lang="es-MX" b="1" dirty="0"/>
              <a:t>¿Qué es?</a:t>
            </a:r>
          </a:p>
          <a:p>
            <a:r>
              <a:rPr lang="es-MX" dirty="0" err="1"/>
              <a:t>Spark</a:t>
            </a:r>
            <a:r>
              <a:rPr lang="es-MX" dirty="0"/>
              <a:t> permite a los científicos de datos hacer exploración, limpieza y transformación de datos en clústeres de gran escala, no solo en la memoria de una sola máquina.</a:t>
            </a:r>
          </a:p>
          <a:p>
            <a:r>
              <a:rPr lang="es-MX" b="1" dirty="0"/>
              <a:t>¿Cómo lo hace?</a:t>
            </a:r>
          </a:p>
          <a:p>
            <a:r>
              <a:rPr lang="es-MX" dirty="0"/>
              <a:t>A través de </a:t>
            </a:r>
            <a:r>
              <a:rPr lang="es-MX" b="1" dirty="0" err="1"/>
              <a:t>PySpark</a:t>
            </a:r>
            <a:r>
              <a:rPr lang="es-MX" dirty="0"/>
              <a:t> y </a:t>
            </a:r>
            <a:r>
              <a:rPr lang="es-MX" b="1" dirty="0" err="1"/>
              <a:t>DataFrames</a:t>
            </a:r>
            <a:r>
              <a:rPr lang="es-MX" dirty="0"/>
              <a:t>, </a:t>
            </a:r>
            <a:r>
              <a:rPr lang="es-MX" dirty="0" err="1"/>
              <a:t>Spark</a:t>
            </a:r>
            <a:r>
              <a:rPr lang="es-MX" dirty="0"/>
              <a:t> permite escribir scripts en Python (lenguaje común para ciencia de datos) que se ejecutan de forma distribuida.</a:t>
            </a:r>
          </a:p>
          <a:p>
            <a:r>
              <a:rPr lang="es-MX" b="1" dirty="0"/>
              <a:t>Ventaja</a:t>
            </a:r>
            <a:r>
              <a:rPr lang="es-MX" dirty="0"/>
              <a:t>: Permite manejar </a:t>
            </a:r>
            <a:r>
              <a:rPr lang="es-MX" dirty="0" err="1"/>
              <a:t>datasets</a:t>
            </a:r>
            <a:r>
              <a:rPr lang="es-MX" dirty="0"/>
              <a:t> que no caben en la memoria de una sola máquina y realizar exploración con la misma agilidad que en pandas o R, pero a escala.</a:t>
            </a:r>
          </a:p>
          <a:p>
            <a:endParaRPr lang="es-MX" dirty="0"/>
          </a:p>
          <a:p>
            <a:r>
              <a:rPr lang="es-MX" b="1" dirty="0"/>
              <a:t>4. Machine </a:t>
            </a:r>
            <a:r>
              <a:rPr lang="es-MX" b="1" dirty="0" err="1"/>
              <a:t>Learning</a:t>
            </a:r>
            <a:endParaRPr lang="es-MX" b="1" dirty="0"/>
          </a:p>
          <a:p>
            <a:r>
              <a:rPr lang="es-MX" b="1" dirty="0"/>
              <a:t>¿Qué es?</a:t>
            </a:r>
          </a:p>
          <a:p>
            <a:r>
              <a:rPr lang="es-MX" dirty="0" err="1"/>
              <a:t>Spark</a:t>
            </a:r>
            <a:r>
              <a:rPr lang="es-MX" dirty="0"/>
              <a:t> incluye una biblioteca llamada </a:t>
            </a:r>
            <a:r>
              <a:rPr lang="es-MX" b="1" dirty="0" err="1"/>
              <a:t>MLlib</a:t>
            </a:r>
            <a:r>
              <a:rPr lang="es-MX" dirty="0"/>
              <a:t> para aplicar algoritmos de aprendizaje automático a grandes volúmenes de datos.</a:t>
            </a:r>
          </a:p>
          <a:p>
            <a:r>
              <a:rPr lang="es-MX" b="1" dirty="0"/>
              <a:t>¿Qué incluye </a:t>
            </a:r>
            <a:r>
              <a:rPr lang="es-MX" b="1" dirty="0" err="1"/>
              <a:t>MLlib</a:t>
            </a:r>
            <a:r>
              <a:rPr lang="es-MX" b="1" dirty="0"/>
              <a:t>?</a:t>
            </a:r>
          </a:p>
          <a:p>
            <a:r>
              <a:rPr lang="es-MX" dirty="0"/>
              <a:t>Algoritmos de regresión, clasificación, </a:t>
            </a:r>
            <a:r>
              <a:rPr lang="es-MX" dirty="0" err="1"/>
              <a:t>clustering</a:t>
            </a:r>
            <a:r>
              <a:rPr lang="es-MX" dirty="0"/>
              <a:t>, reducción de dimensionalidad, recomendación, etc.</a:t>
            </a:r>
          </a:p>
          <a:p>
            <a:r>
              <a:rPr lang="es-MX" dirty="0"/>
              <a:t>Pipelines para construcción de modelos, selección de características y validación cruzada.</a:t>
            </a:r>
          </a:p>
          <a:p>
            <a:r>
              <a:rPr lang="es-MX" b="1" dirty="0"/>
              <a:t>Ventaja</a:t>
            </a:r>
            <a:r>
              <a:rPr lang="es-MX" dirty="0"/>
              <a:t>: Puedes entrenar modelos de machine </a:t>
            </a:r>
            <a:r>
              <a:rPr lang="es-MX" dirty="0" err="1"/>
              <a:t>learning</a:t>
            </a:r>
            <a:r>
              <a:rPr lang="es-MX" dirty="0"/>
              <a:t> sobre datos distribuidos sin salir del entorno </a:t>
            </a:r>
            <a:r>
              <a:rPr lang="es-MX" dirty="0" err="1"/>
              <a:t>Spark</a:t>
            </a:r>
            <a:r>
              <a:rPr lang="es-MX" dirty="0"/>
              <a:t>, incluso integrando pasos de limpieza, transformación y modelado.</a:t>
            </a:r>
          </a:p>
          <a:p>
            <a:endParaRPr lang="es-MX" dirty="0"/>
          </a:p>
          <a:p>
            <a:endParaRPr lang="es-MX" dirty="0"/>
          </a:p>
          <a:p>
            <a:endParaRPr lang="es-MX" dirty="0"/>
          </a:p>
        </p:txBody>
      </p:sp>
      <p:sp>
        <p:nvSpPr>
          <p:cNvPr id="4" name="Marcador de número de diapositiva 3"/>
          <p:cNvSpPr>
            <a:spLocks noGrp="1"/>
          </p:cNvSpPr>
          <p:nvPr>
            <p:ph type="sldNum" sz="quarter" idx="5"/>
          </p:nvPr>
        </p:nvSpPr>
        <p:spPr/>
        <p:txBody>
          <a:bodyPr/>
          <a:lstStyle/>
          <a:p>
            <a:fld id="{497ABE48-7504-4445-A691-C3A98DCD9750}" type="slidenum">
              <a:rPr lang="es-MX" smtClean="0"/>
              <a:t>3</a:t>
            </a:fld>
            <a:endParaRPr lang="es-MX"/>
          </a:p>
        </p:txBody>
      </p:sp>
    </p:spTree>
    <p:extLst>
      <p:ext uri="{BB962C8B-B14F-4D97-AF65-F5344CB8AC3E}">
        <p14:creationId xmlns:p14="http://schemas.microsoft.com/office/powerpoint/2010/main" val="269446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4218882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307918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7665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343984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390605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5429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3726022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912344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836288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06120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7/24/2025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1271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7/24/2025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‹Nº›</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88654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19" r:id="rId6"/>
    <p:sldLayoutId id="2147483715" r:id="rId7"/>
    <p:sldLayoutId id="2147483716" r:id="rId8"/>
    <p:sldLayoutId id="2147483717" r:id="rId9"/>
    <p:sldLayoutId id="2147483718" r:id="rId10"/>
    <p:sldLayoutId id="214748372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databricks.com/" TargetMode="External"/><Relationship Id="rId2" Type="http://schemas.openxmlformats.org/officeDocument/2006/relationships/hyperlink" Target="https://spark.apache.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ncepto genético abstracto">
            <a:extLst>
              <a:ext uri="{FF2B5EF4-FFF2-40B4-BE49-F238E27FC236}">
                <a16:creationId xmlns:a16="http://schemas.microsoft.com/office/drawing/2014/main" id="{3DCF3011-BE6F-FD53-A431-D95934B3530B}"/>
              </a:ext>
            </a:extLst>
          </p:cNvPr>
          <p:cNvPicPr>
            <a:picLocks noChangeAspect="1"/>
          </p:cNvPicPr>
          <p:nvPr/>
        </p:nvPicPr>
        <p:blipFill>
          <a:blip r:embed="rId2">
            <a:alphaModFix amt="40000"/>
          </a:blip>
          <a:srcRect t="24460" b="19290"/>
          <a:stretch>
            <a:fillRect/>
          </a:stretch>
        </p:blipFill>
        <p:spPr>
          <a:xfrm>
            <a:off x="-2" y="-2"/>
            <a:ext cx="12192001" cy="6858001"/>
          </a:xfrm>
          <a:prstGeom prst="rect">
            <a:avLst/>
          </a:prstGeom>
        </p:spPr>
      </p:pic>
      <p:sp>
        <p:nvSpPr>
          <p:cNvPr id="2" name="Título 1">
            <a:extLst>
              <a:ext uri="{FF2B5EF4-FFF2-40B4-BE49-F238E27FC236}">
                <a16:creationId xmlns:a16="http://schemas.microsoft.com/office/drawing/2014/main" id="{6B8011D8-B659-8774-99A6-AB8592B2AD5B}"/>
              </a:ext>
            </a:extLst>
          </p:cNvPr>
          <p:cNvSpPr>
            <a:spLocks noGrp="1"/>
          </p:cNvSpPr>
          <p:nvPr>
            <p:ph type="ctrTitle"/>
          </p:nvPr>
        </p:nvSpPr>
        <p:spPr>
          <a:xfrm>
            <a:off x="517870" y="978407"/>
            <a:ext cx="5021182" cy="3290107"/>
          </a:xfrm>
        </p:spPr>
        <p:txBody>
          <a:bodyPr anchor="t">
            <a:normAutofit/>
          </a:bodyPr>
          <a:lstStyle/>
          <a:p>
            <a:pPr>
              <a:lnSpc>
                <a:spcPct val="90000"/>
              </a:lnSpc>
            </a:pPr>
            <a:r>
              <a:rPr lang="es-MX" sz="4700" dirty="0">
                <a:solidFill>
                  <a:srgbClr val="FFFFFF"/>
                </a:solidFill>
              </a:rPr>
              <a:t>El uso de las Bases de Datos en ambientes de Programación</a:t>
            </a:r>
          </a:p>
        </p:txBody>
      </p:sp>
      <p:sp>
        <p:nvSpPr>
          <p:cNvPr id="3" name="Subtítulo 2">
            <a:extLst>
              <a:ext uri="{FF2B5EF4-FFF2-40B4-BE49-F238E27FC236}">
                <a16:creationId xmlns:a16="http://schemas.microsoft.com/office/drawing/2014/main" id="{D15121C6-CB47-8E6F-FF5B-C191B39FFCFE}"/>
              </a:ext>
            </a:extLst>
          </p:cNvPr>
          <p:cNvSpPr>
            <a:spLocks noGrp="1"/>
          </p:cNvSpPr>
          <p:nvPr>
            <p:ph type="subTitle" idx="1"/>
          </p:nvPr>
        </p:nvSpPr>
        <p:spPr>
          <a:xfrm>
            <a:off x="517870" y="4482450"/>
            <a:ext cx="5040785" cy="1724029"/>
          </a:xfrm>
        </p:spPr>
        <p:txBody>
          <a:bodyPr anchor="t">
            <a:normAutofit/>
          </a:bodyPr>
          <a:lstStyle/>
          <a:p>
            <a:r>
              <a:rPr lang="es-MX" sz="2400" dirty="0">
                <a:solidFill>
                  <a:srgbClr val="FFFFFF"/>
                </a:solidFill>
              </a:rPr>
              <a:t>Apache </a:t>
            </a:r>
            <a:r>
              <a:rPr lang="es-MX" sz="2400" dirty="0" err="1">
                <a:solidFill>
                  <a:srgbClr val="FFFFFF"/>
                </a:solidFill>
              </a:rPr>
              <a:t>Spark</a:t>
            </a:r>
            <a:r>
              <a:rPr lang="es-MX" sz="2400" dirty="0">
                <a:solidFill>
                  <a:srgbClr val="FFFFFF"/>
                </a:solidFill>
              </a:rPr>
              <a:t>, </a:t>
            </a:r>
            <a:r>
              <a:rPr lang="es-MX" sz="2400" dirty="0" err="1">
                <a:solidFill>
                  <a:srgbClr val="FFFFFF"/>
                </a:solidFill>
              </a:rPr>
              <a:t>Databricks</a:t>
            </a:r>
            <a:endParaRPr lang="es-MX" sz="2400" dirty="0">
              <a:solidFill>
                <a:srgbClr val="FFFFFF"/>
              </a:solidFill>
            </a:endParaRPr>
          </a:p>
          <a:p>
            <a:endParaRPr lang="es-MX" sz="2400" dirty="0">
              <a:solidFill>
                <a:srgbClr val="FFFFFF"/>
              </a:solidFill>
            </a:endParaRPr>
          </a:p>
          <a:p>
            <a:r>
              <a:rPr lang="es-MX" sz="2400" dirty="0">
                <a:solidFill>
                  <a:srgbClr val="FFFFFF"/>
                </a:solidFill>
              </a:rPr>
              <a:t>Julio Cesar Ramiro Mayorga 1842201</a:t>
            </a:r>
          </a:p>
        </p:txBody>
      </p:sp>
      <p:sp>
        <p:nvSpPr>
          <p:cNvPr id="18" name="Rectangle 17">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125280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1AAC7CE0-04A7-4CB7-A6FF-B8D73983BA01}"/>
              </a:ext>
            </a:extLst>
          </p:cNvPr>
          <p:cNvSpPr>
            <a:spLocks noGrp="1"/>
          </p:cNvSpPr>
          <p:nvPr>
            <p:ph type="title"/>
          </p:nvPr>
        </p:nvSpPr>
        <p:spPr>
          <a:xfrm>
            <a:off x="521208" y="978408"/>
            <a:ext cx="6300216" cy="1463040"/>
          </a:xfrm>
        </p:spPr>
        <p:txBody>
          <a:bodyPr>
            <a:normAutofit/>
          </a:bodyPr>
          <a:lstStyle/>
          <a:p>
            <a:r>
              <a:rPr lang="es-MX" dirty="0"/>
              <a:t>Antecedentes</a:t>
            </a:r>
          </a:p>
        </p:txBody>
      </p:sp>
      <p:sp>
        <p:nvSpPr>
          <p:cNvPr id="3083" name="Rectangle 3082">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Databricks">
            <a:extLst>
              <a:ext uri="{FF2B5EF4-FFF2-40B4-BE49-F238E27FC236}">
                <a16:creationId xmlns:a16="http://schemas.microsoft.com/office/drawing/2014/main" id="{DF9C471D-C6BC-8A48-2896-F7B9EAF6827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08166" y="512064"/>
            <a:ext cx="3505518" cy="280720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Herramienta: PySpark - Tekne">
            <a:extLst>
              <a:ext uri="{FF2B5EF4-FFF2-40B4-BE49-F238E27FC236}">
                <a16:creationId xmlns:a16="http://schemas.microsoft.com/office/drawing/2014/main" id="{D92EB7C5-A445-BE67-A59A-68D546F4F3A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53817" y="4726570"/>
            <a:ext cx="4014216" cy="16102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Marcador de contenido 2">
            <a:extLst>
              <a:ext uri="{FF2B5EF4-FFF2-40B4-BE49-F238E27FC236}">
                <a16:creationId xmlns:a16="http://schemas.microsoft.com/office/drawing/2014/main" id="{217C6D2A-06D0-5D08-2F0C-7E9CB5E39EE5}"/>
              </a:ext>
            </a:extLst>
          </p:cNvPr>
          <p:cNvGraphicFramePr>
            <a:graphicFrameLocks noGrp="1"/>
          </p:cNvGraphicFramePr>
          <p:nvPr>
            <p:ph idx="1"/>
            <p:extLst>
              <p:ext uri="{D42A27DB-BD31-4B8C-83A1-F6EECF244321}">
                <p14:modId xmlns:p14="http://schemas.microsoft.com/office/powerpoint/2010/main" val="4120641262"/>
              </p:ext>
            </p:extLst>
          </p:nvPr>
        </p:nvGraphicFramePr>
        <p:xfrm>
          <a:off x="521208" y="2578608"/>
          <a:ext cx="6300216" cy="37673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22650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9EEF21A8-46EA-5E0C-F3A1-CBF9537C7C69}"/>
              </a:ext>
            </a:extLst>
          </p:cNvPr>
          <p:cNvSpPr>
            <a:spLocks noGrp="1"/>
          </p:cNvSpPr>
          <p:nvPr>
            <p:ph type="title"/>
          </p:nvPr>
        </p:nvSpPr>
        <p:spPr>
          <a:xfrm>
            <a:off x="521208" y="978408"/>
            <a:ext cx="4032504" cy="3364992"/>
          </a:xfrm>
        </p:spPr>
        <p:txBody>
          <a:bodyPr>
            <a:normAutofit/>
          </a:bodyPr>
          <a:lstStyle/>
          <a:p>
            <a:r>
              <a:rPr lang="es-MX" sz="4100" dirty="0"/>
              <a:t>Principales </a:t>
            </a:r>
            <a:r>
              <a:rPr lang="es-MX" sz="4100" dirty="0" err="1"/>
              <a:t>Caracteristicas</a:t>
            </a:r>
            <a:br>
              <a:rPr lang="es-MX" sz="4100" dirty="0"/>
            </a:br>
            <a:r>
              <a:rPr lang="es-MX" sz="4100" dirty="0"/>
              <a:t>-</a:t>
            </a:r>
            <a:br>
              <a:rPr lang="es-MX" sz="4100" dirty="0"/>
            </a:br>
            <a:r>
              <a:rPr lang="es-MX" sz="4100" dirty="0"/>
              <a:t>Apache </a:t>
            </a:r>
            <a:r>
              <a:rPr lang="es-MX" sz="4100" dirty="0" err="1"/>
              <a:t>Spark</a:t>
            </a:r>
            <a:endParaRPr lang="es-MX" sz="4100" dirty="0"/>
          </a:p>
        </p:txBody>
      </p:sp>
      <p:sp>
        <p:nvSpPr>
          <p:cNvPr id="11" name="Rectangle 10">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FD304CD6-2B37-CAF2-D2F8-9E4008BFF326}"/>
              </a:ext>
            </a:extLst>
          </p:cNvPr>
          <p:cNvGraphicFramePr>
            <a:graphicFrameLocks noGrp="1"/>
          </p:cNvGraphicFramePr>
          <p:nvPr>
            <p:ph idx="1"/>
            <p:extLst>
              <p:ext uri="{D42A27DB-BD31-4B8C-83A1-F6EECF244321}">
                <p14:modId xmlns:p14="http://schemas.microsoft.com/office/powerpoint/2010/main" val="989107660"/>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upo 5">
            <a:extLst>
              <a:ext uri="{FF2B5EF4-FFF2-40B4-BE49-F238E27FC236}">
                <a16:creationId xmlns:a16="http://schemas.microsoft.com/office/drawing/2014/main" id="{AE749875-D069-C699-C4AF-C2092324CEF1}"/>
              </a:ext>
            </a:extLst>
          </p:cNvPr>
          <p:cNvGrpSpPr/>
          <p:nvPr/>
        </p:nvGrpSpPr>
        <p:grpSpPr>
          <a:xfrm>
            <a:off x="329999" y="3896531"/>
            <a:ext cx="4846387" cy="1535816"/>
            <a:chOff x="1773868" y="656"/>
            <a:chExt cx="4846387" cy="1535816"/>
          </a:xfrm>
        </p:grpSpPr>
        <p:sp>
          <p:nvSpPr>
            <p:cNvPr id="7" name="Rectángulo 6">
              <a:extLst>
                <a:ext uri="{FF2B5EF4-FFF2-40B4-BE49-F238E27FC236}">
                  <a16:creationId xmlns:a16="http://schemas.microsoft.com/office/drawing/2014/main" id="{8A08F8DA-32E5-4C3D-5EBD-C1A19A29F366}"/>
                </a:ext>
              </a:extLst>
            </p:cNvPr>
            <p:cNvSpPr/>
            <p:nvPr/>
          </p:nvSpPr>
          <p:spPr>
            <a:xfrm>
              <a:off x="1773868" y="656"/>
              <a:ext cx="4846387" cy="153581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8" name="CuadroTexto 7">
              <a:extLst>
                <a:ext uri="{FF2B5EF4-FFF2-40B4-BE49-F238E27FC236}">
                  <a16:creationId xmlns:a16="http://schemas.microsoft.com/office/drawing/2014/main" id="{1FC84B46-FFA3-6788-E1C2-B0CF378A88B7}"/>
                </a:ext>
              </a:extLst>
            </p:cNvPr>
            <p:cNvSpPr txBox="1"/>
            <p:nvPr/>
          </p:nvSpPr>
          <p:spPr>
            <a:xfrm>
              <a:off x="1773868" y="656"/>
              <a:ext cx="4846387" cy="15358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62541" tIns="162541" rIns="162541" bIns="162541" numCol="1" spcCol="1270" anchor="ctr" anchorCtr="0">
              <a:noAutofit/>
            </a:bodyPr>
            <a:lstStyle/>
            <a:p>
              <a:pPr lvl="0" defTabSz="622300">
                <a:lnSpc>
                  <a:spcPct val="90000"/>
                </a:lnSpc>
                <a:spcBef>
                  <a:spcPct val="0"/>
                </a:spcBef>
                <a:spcAft>
                  <a:spcPct val="35000"/>
                </a:spcAft>
              </a:pPr>
              <a:r>
                <a:rPr lang="es-MX" sz="1400" dirty="0"/>
                <a:t>Apache </a:t>
              </a:r>
              <a:r>
                <a:rPr lang="es-MX" sz="1400" dirty="0" err="1"/>
                <a:t>Spark</a:t>
              </a:r>
              <a:r>
                <a:rPr lang="es-MX" sz="1400" dirty="0"/>
                <a:t> es un motor de procesamiento de datos de código abierto diseñado para realizar análisis a gran escala de manera distribuida.</a:t>
              </a:r>
              <a:endParaRPr lang="en-US" sz="1400" kern="1200" dirty="0"/>
            </a:p>
          </p:txBody>
        </p:sp>
      </p:grpSp>
    </p:spTree>
    <p:extLst>
      <p:ext uri="{BB962C8B-B14F-4D97-AF65-F5344CB8AC3E}">
        <p14:creationId xmlns:p14="http://schemas.microsoft.com/office/powerpoint/2010/main" val="1647187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CC42A35-5DB6-D994-2D05-9BBA53A28A9E}"/>
              </a:ext>
            </a:extLst>
          </p:cNvPr>
          <p:cNvSpPr>
            <a:spLocks noGrp="1"/>
          </p:cNvSpPr>
          <p:nvPr>
            <p:ph type="title"/>
          </p:nvPr>
        </p:nvSpPr>
        <p:spPr>
          <a:xfrm>
            <a:off x="517868" y="841283"/>
            <a:ext cx="3465681" cy="2916472"/>
          </a:xfrm>
        </p:spPr>
        <p:txBody>
          <a:bodyPr vert="horz" lIns="91440" tIns="45720" rIns="91440" bIns="45720" rtlCol="0" anchor="b">
            <a:normAutofit/>
          </a:bodyPr>
          <a:lstStyle/>
          <a:p>
            <a:pPr>
              <a:lnSpc>
                <a:spcPct val="90000"/>
              </a:lnSpc>
            </a:pPr>
            <a:r>
              <a:rPr lang="en-US">
                <a:solidFill>
                  <a:schemeClr val="tx2"/>
                </a:solidFill>
              </a:rPr>
              <a:t>Desventajas de Apache Spark</a:t>
            </a:r>
          </a:p>
        </p:txBody>
      </p:sp>
      <p:sp>
        <p:nvSpPr>
          <p:cNvPr id="15" name="Freeform: Shape 14">
            <a:extLst>
              <a:ext uri="{FF2B5EF4-FFF2-40B4-BE49-F238E27FC236}">
                <a16:creationId xmlns:a16="http://schemas.microsoft.com/office/drawing/2014/main" id="{81F0C179-4DBF-6AB9-CD0B-9224A0C88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Marcador de contenido 3">
            <a:extLst>
              <a:ext uri="{FF2B5EF4-FFF2-40B4-BE49-F238E27FC236}">
                <a16:creationId xmlns:a16="http://schemas.microsoft.com/office/drawing/2014/main" id="{7DE7F529-9205-6718-8CA8-87FC051E05A1}"/>
              </a:ext>
            </a:extLst>
          </p:cNvPr>
          <p:cNvGraphicFramePr>
            <a:graphicFrameLocks noGrp="1"/>
          </p:cNvGraphicFramePr>
          <p:nvPr>
            <p:ph idx="1"/>
            <p:extLst>
              <p:ext uri="{D42A27DB-BD31-4B8C-83A1-F6EECF244321}">
                <p14:modId xmlns:p14="http://schemas.microsoft.com/office/powerpoint/2010/main" val="2397338082"/>
              </p:ext>
            </p:extLst>
          </p:nvPr>
        </p:nvGraphicFramePr>
        <p:xfrm>
          <a:off x="4362996" y="829358"/>
          <a:ext cx="7311137" cy="5098146"/>
        </p:xfrm>
        <a:graphic>
          <a:graphicData uri="http://schemas.openxmlformats.org/drawingml/2006/table">
            <a:tbl>
              <a:tblPr firstRow="1">
                <a:tableStyleId>{9D7B26C5-4107-4FEC-AEDC-1716B250A1EF}</a:tableStyleId>
              </a:tblPr>
              <a:tblGrid>
                <a:gridCol w="3371424">
                  <a:extLst>
                    <a:ext uri="{9D8B030D-6E8A-4147-A177-3AD203B41FA5}">
                      <a16:colId xmlns:a16="http://schemas.microsoft.com/office/drawing/2014/main" val="3581402416"/>
                    </a:ext>
                  </a:extLst>
                </a:gridCol>
                <a:gridCol w="3939713">
                  <a:extLst>
                    <a:ext uri="{9D8B030D-6E8A-4147-A177-3AD203B41FA5}">
                      <a16:colId xmlns:a16="http://schemas.microsoft.com/office/drawing/2014/main" val="62127771"/>
                    </a:ext>
                  </a:extLst>
                </a:gridCol>
              </a:tblGrid>
              <a:tr h="445225">
                <a:tc>
                  <a:txBody>
                    <a:bodyPr/>
                    <a:lstStyle/>
                    <a:p>
                      <a:pPr>
                        <a:buNone/>
                      </a:pPr>
                      <a:r>
                        <a:rPr lang="es-MX" sz="1400" cap="none" spc="0" dirty="0">
                          <a:solidFill>
                            <a:schemeClr val="tx1"/>
                          </a:solidFill>
                        </a:rPr>
                        <a:t>Desventaja</a:t>
                      </a:r>
                    </a:p>
                  </a:txBody>
                  <a:tcPr marL="122280" marR="77503" marT="94062" marB="94062" anchor="ctr"/>
                </a:tc>
                <a:tc>
                  <a:txBody>
                    <a:bodyPr/>
                    <a:lstStyle/>
                    <a:p>
                      <a:pPr>
                        <a:buNone/>
                      </a:pPr>
                      <a:r>
                        <a:rPr lang="es-MX" sz="1400" cap="none" spc="0" dirty="0">
                          <a:solidFill>
                            <a:schemeClr val="tx1"/>
                          </a:solidFill>
                        </a:rPr>
                        <a:t>Explicación breve</a:t>
                      </a:r>
                    </a:p>
                  </a:txBody>
                  <a:tcPr marL="122280" marR="77503" marT="94062" marB="94062" anchor="ctr"/>
                </a:tc>
                <a:extLst>
                  <a:ext uri="{0D108BD9-81ED-4DB2-BD59-A6C34878D82A}">
                    <a16:rowId xmlns:a16="http://schemas.microsoft.com/office/drawing/2014/main" val="3648572297"/>
                  </a:ext>
                </a:extLst>
              </a:tr>
              <a:tr h="664703">
                <a:tc>
                  <a:txBody>
                    <a:bodyPr/>
                    <a:lstStyle/>
                    <a:p>
                      <a:pPr>
                        <a:buNone/>
                      </a:pPr>
                      <a:r>
                        <a:rPr lang="es-MX" sz="1400" cap="none" spc="0">
                          <a:solidFill>
                            <a:schemeClr val="tx1"/>
                          </a:solidFill>
                        </a:rPr>
                        <a:t>Uso intensivo de memoria</a:t>
                      </a:r>
                    </a:p>
                  </a:txBody>
                  <a:tcPr marL="122280" marR="77503" marT="94062" marB="94062" anchor="ctr"/>
                </a:tc>
                <a:tc>
                  <a:txBody>
                    <a:bodyPr/>
                    <a:lstStyle/>
                    <a:p>
                      <a:pPr>
                        <a:buNone/>
                      </a:pPr>
                      <a:r>
                        <a:rPr lang="es-MX" sz="1400" cap="none" spc="0">
                          <a:solidFill>
                            <a:schemeClr val="tx1"/>
                          </a:solidFill>
                        </a:rPr>
                        <a:t>Requiere mucha RAM y puede fallar si no se gestiona bien.</a:t>
                      </a:r>
                    </a:p>
                  </a:txBody>
                  <a:tcPr marL="122280" marR="77503" marT="94062" marB="94062" anchor="ctr"/>
                </a:tc>
                <a:extLst>
                  <a:ext uri="{0D108BD9-81ED-4DB2-BD59-A6C34878D82A}">
                    <a16:rowId xmlns:a16="http://schemas.microsoft.com/office/drawing/2014/main" val="3902214497"/>
                  </a:ext>
                </a:extLst>
              </a:tr>
              <a:tr h="664703">
                <a:tc>
                  <a:txBody>
                    <a:bodyPr/>
                    <a:lstStyle/>
                    <a:p>
                      <a:pPr>
                        <a:buNone/>
                      </a:pPr>
                      <a:r>
                        <a:rPr lang="es-MX" sz="1400" cap="none" spc="0">
                          <a:solidFill>
                            <a:schemeClr val="tx1"/>
                          </a:solidFill>
                        </a:rPr>
                        <a:t>Curva de aprendizaje</a:t>
                      </a:r>
                    </a:p>
                  </a:txBody>
                  <a:tcPr marL="122280" marR="77503" marT="94062" marB="94062" anchor="ctr"/>
                </a:tc>
                <a:tc>
                  <a:txBody>
                    <a:bodyPr/>
                    <a:lstStyle/>
                    <a:p>
                      <a:pPr>
                        <a:buNone/>
                      </a:pPr>
                      <a:r>
                        <a:rPr lang="es-MX" sz="1400" cap="none" spc="0">
                          <a:solidFill>
                            <a:schemeClr val="tx1"/>
                          </a:solidFill>
                        </a:rPr>
                        <a:t>Requiere entender conceptos distribuidos y optimización.</a:t>
                      </a:r>
                    </a:p>
                  </a:txBody>
                  <a:tcPr marL="122280" marR="77503" marT="94062" marB="94062" anchor="ctr"/>
                </a:tc>
                <a:extLst>
                  <a:ext uri="{0D108BD9-81ED-4DB2-BD59-A6C34878D82A}">
                    <a16:rowId xmlns:a16="http://schemas.microsoft.com/office/drawing/2014/main" val="1944508341"/>
                  </a:ext>
                </a:extLst>
              </a:tr>
              <a:tr h="664703">
                <a:tc>
                  <a:txBody>
                    <a:bodyPr/>
                    <a:lstStyle/>
                    <a:p>
                      <a:pPr>
                        <a:buNone/>
                      </a:pPr>
                      <a:r>
                        <a:rPr lang="es-MX" sz="1400" cap="none" spc="0">
                          <a:solidFill>
                            <a:schemeClr val="tx1"/>
                          </a:solidFill>
                        </a:rPr>
                        <a:t>Sin soporte nativo para transacciones</a:t>
                      </a:r>
                    </a:p>
                  </a:txBody>
                  <a:tcPr marL="122280" marR="77503" marT="94062" marB="94062" anchor="ctr"/>
                </a:tc>
                <a:tc>
                  <a:txBody>
                    <a:bodyPr/>
                    <a:lstStyle/>
                    <a:p>
                      <a:pPr>
                        <a:buNone/>
                      </a:pPr>
                      <a:r>
                        <a:rPr lang="es-MX" sz="1400" cap="none" spc="0">
                          <a:solidFill>
                            <a:schemeClr val="tx1"/>
                          </a:solidFill>
                        </a:rPr>
                        <a:t>No ideal para sistemas OLTP o bases de datos tradicionales.</a:t>
                      </a:r>
                    </a:p>
                  </a:txBody>
                  <a:tcPr marL="122280" marR="77503" marT="94062" marB="94062" anchor="ctr"/>
                </a:tc>
                <a:extLst>
                  <a:ext uri="{0D108BD9-81ED-4DB2-BD59-A6C34878D82A}">
                    <a16:rowId xmlns:a16="http://schemas.microsoft.com/office/drawing/2014/main" val="1036443808"/>
                  </a:ext>
                </a:extLst>
              </a:tr>
              <a:tr h="664703">
                <a:tc>
                  <a:txBody>
                    <a:bodyPr/>
                    <a:lstStyle/>
                    <a:p>
                      <a:pPr>
                        <a:buNone/>
                      </a:pPr>
                      <a:r>
                        <a:rPr lang="es-MX" sz="1400" cap="none" spc="0">
                          <a:solidFill>
                            <a:schemeClr val="tx1"/>
                          </a:solidFill>
                        </a:rPr>
                        <a:t>MLlib limitado</a:t>
                      </a:r>
                    </a:p>
                  </a:txBody>
                  <a:tcPr marL="122280" marR="77503" marT="94062" marB="94062" anchor="ctr"/>
                </a:tc>
                <a:tc>
                  <a:txBody>
                    <a:bodyPr/>
                    <a:lstStyle/>
                    <a:p>
                      <a:pPr>
                        <a:buNone/>
                      </a:pPr>
                      <a:r>
                        <a:rPr lang="es-MX" sz="1400" cap="none" spc="0">
                          <a:solidFill>
                            <a:schemeClr val="tx1"/>
                          </a:solidFill>
                        </a:rPr>
                        <a:t>Útil pero básico comparado con bibliotecas modernas.</a:t>
                      </a:r>
                    </a:p>
                  </a:txBody>
                  <a:tcPr marL="122280" marR="77503" marT="94062" marB="94062" anchor="ctr"/>
                </a:tc>
                <a:extLst>
                  <a:ext uri="{0D108BD9-81ED-4DB2-BD59-A6C34878D82A}">
                    <a16:rowId xmlns:a16="http://schemas.microsoft.com/office/drawing/2014/main" val="2336124189"/>
                  </a:ext>
                </a:extLst>
              </a:tr>
              <a:tr h="664703">
                <a:tc>
                  <a:txBody>
                    <a:bodyPr/>
                    <a:lstStyle/>
                    <a:p>
                      <a:pPr>
                        <a:buNone/>
                      </a:pPr>
                      <a:r>
                        <a:rPr lang="es-MX" sz="1400" cap="none" spc="0">
                          <a:solidFill>
                            <a:schemeClr val="tx1"/>
                          </a:solidFill>
                        </a:rPr>
                        <a:t>Latencia en streaming</a:t>
                      </a:r>
                    </a:p>
                  </a:txBody>
                  <a:tcPr marL="122280" marR="77503" marT="94062" marB="94062" anchor="ctr"/>
                </a:tc>
                <a:tc>
                  <a:txBody>
                    <a:bodyPr/>
                    <a:lstStyle/>
                    <a:p>
                      <a:pPr>
                        <a:buNone/>
                      </a:pPr>
                      <a:r>
                        <a:rPr lang="es-MX" sz="1400" cap="none" spc="0" dirty="0">
                          <a:solidFill>
                            <a:schemeClr val="tx1"/>
                          </a:solidFill>
                        </a:rPr>
                        <a:t>No es real-time estricto</a:t>
                      </a:r>
                    </a:p>
                  </a:txBody>
                  <a:tcPr marL="122280" marR="77503" marT="94062" marB="94062" anchor="ctr"/>
                </a:tc>
                <a:extLst>
                  <a:ext uri="{0D108BD9-81ED-4DB2-BD59-A6C34878D82A}">
                    <a16:rowId xmlns:a16="http://schemas.microsoft.com/office/drawing/2014/main" val="4048594092"/>
                  </a:ext>
                </a:extLst>
              </a:tr>
              <a:tr h="664703">
                <a:tc>
                  <a:txBody>
                    <a:bodyPr/>
                    <a:lstStyle/>
                    <a:p>
                      <a:pPr>
                        <a:buNone/>
                      </a:pPr>
                      <a:r>
                        <a:rPr lang="es-MX" sz="1400" cap="none" spc="0">
                          <a:solidFill>
                            <a:schemeClr val="tx1"/>
                          </a:solidFill>
                        </a:rPr>
                        <a:t>Complejidad de administración</a:t>
                      </a:r>
                    </a:p>
                  </a:txBody>
                  <a:tcPr marL="122280" marR="77503" marT="94062" marB="94062" anchor="ctr"/>
                </a:tc>
                <a:tc>
                  <a:txBody>
                    <a:bodyPr/>
                    <a:lstStyle/>
                    <a:p>
                      <a:pPr>
                        <a:buNone/>
                      </a:pPr>
                      <a:r>
                        <a:rPr lang="es-MX" sz="1400" cap="none" spc="0">
                          <a:solidFill>
                            <a:schemeClr val="tx1"/>
                          </a:solidFill>
                        </a:rPr>
                        <a:t>Requiere conocimientos técnicos para manejar clústeres.</a:t>
                      </a:r>
                    </a:p>
                  </a:txBody>
                  <a:tcPr marL="122280" marR="77503" marT="94062" marB="94062" anchor="ctr"/>
                </a:tc>
                <a:extLst>
                  <a:ext uri="{0D108BD9-81ED-4DB2-BD59-A6C34878D82A}">
                    <a16:rowId xmlns:a16="http://schemas.microsoft.com/office/drawing/2014/main" val="643050922"/>
                  </a:ext>
                </a:extLst>
              </a:tr>
              <a:tr h="664703">
                <a:tc>
                  <a:txBody>
                    <a:bodyPr/>
                    <a:lstStyle/>
                    <a:p>
                      <a:pPr>
                        <a:buNone/>
                      </a:pPr>
                      <a:r>
                        <a:rPr lang="es-MX" sz="1400" cap="none" spc="0">
                          <a:solidFill>
                            <a:schemeClr val="tx1"/>
                          </a:solidFill>
                        </a:rPr>
                        <a:t>No es un Data Warehouse</a:t>
                      </a:r>
                    </a:p>
                  </a:txBody>
                  <a:tcPr marL="122280" marR="77503" marT="94062" marB="94062" anchor="ctr"/>
                </a:tc>
                <a:tc>
                  <a:txBody>
                    <a:bodyPr/>
                    <a:lstStyle/>
                    <a:p>
                      <a:pPr>
                        <a:buNone/>
                      </a:pPr>
                      <a:r>
                        <a:rPr lang="es-MX" sz="1400" cap="none" spc="0" dirty="0">
                          <a:solidFill>
                            <a:schemeClr val="tx1"/>
                          </a:solidFill>
                        </a:rPr>
                        <a:t>Le faltan funciones de almacenamiento optimizado y concurrencia.</a:t>
                      </a:r>
                    </a:p>
                  </a:txBody>
                  <a:tcPr marL="122280" marR="77503" marT="94062" marB="94062" anchor="ctr"/>
                </a:tc>
                <a:extLst>
                  <a:ext uri="{0D108BD9-81ED-4DB2-BD59-A6C34878D82A}">
                    <a16:rowId xmlns:a16="http://schemas.microsoft.com/office/drawing/2014/main" val="3309262455"/>
                  </a:ext>
                </a:extLst>
              </a:tr>
            </a:tbl>
          </a:graphicData>
        </a:graphic>
      </p:graphicFrame>
    </p:spTree>
    <p:extLst>
      <p:ext uri="{BB962C8B-B14F-4D97-AF65-F5344CB8AC3E}">
        <p14:creationId xmlns:p14="http://schemas.microsoft.com/office/powerpoint/2010/main" val="2387024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498C886-ABB6-107D-9A5C-3CC55C507329}"/>
              </a:ext>
            </a:extLst>
          </p:cNvPr>
          <p:cNvSpPr>
            <a:spLocks noGrp="1"/>
          </p:cNvSpPr>
          <p:nvPr>
            <p:ph type="title"/>
          </p:nvPr>
        </p:nvSpPr>
        <p:spPr>
          <a:xfrm>
            <a:off x="521208" y="978408"/>
            <a:ext cx="4288536" cy="3364992"/>
          </a:xfrm>
        </p:spPr>
        <p:txBody>
          <a:bodyPr>
            <a:normAutofit/>
          </a:bodyPr>
          <a:lstStyle/>
          <a:p>
            <a:r>
              <a:rPr lang="es-MX" dirty="0"/>
              <a:t>Valor Agregado de </a:t>
            </a:r>
            <a:r>
              <a:rPr lang="es-MX" dirty="0" err="1"/>
              <a:t>Databricks</a:t>
            </a:r>
            <a:endParaRPr lang="es-MX" dirty="0"/>
          </a:p>
        </p:txBody>
      </p:sp>
      <p:sp>
        <p:nvSpPr>
          <p:cNvPr id="16" name="Rectangle 15">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Marcador de contenido 2">
            <a:extLst>
              <a:ext uri="{FF2B5EF4-FFF2-40B4-BE49-F238E27FC236}">
                <a16:creationId xmlns:a16="http://schemas.microsoft.com/office/drawing/2014/main" id="{29A5C4B0-EE17-E3B8-737D-D2BDF0921550}"/>
              </a:ext>
            </a:extLst>
          </p:cNvPr>
          <p:cNvGraphicFramePr>
            <a:graphicFrameLocks noGrp="1"/>
          </p:cNvGraphicFramePr>
          <p:nvPr>
            <p:ph idx="1"/>
            <p:extLst>
              <p:ext uri="{D42A27DB-BD31-4B8C-83A1-F6EECF244321}">
                <p14:modId xmlns:p14="http://schemas.microsoft.com/office/powerpoint/2010/main" val="3843830053"/>
              </p:ext>
            </p:extLst>
          </p:nvPr>
        </p:nvGraphicFramePr>
        <p:xfrm>
          <a:off x="5532120" y="978408"/>
          <a:ext cx="6144768"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upo 3">
            <a:extLst>
              <a:ext uri="{FF2B5EF4-FFF2-40B4-BE49-F238E27FC236}">
                <a16:creationId xmlns:a16="http://schemas.microsoft.com/office/drawing/2014/main" id="{4B1B13F2-F8D8-9ED4-3509-6F5B045F78FB}"/>
              </a:ext>
            </a:extLst>
          </p:cNvPr>
          <p:cNvGrpSpPr/>
          <p:nvPr/>
        </p:nvGrpSpPr>
        <p:grpSpPr>
          <a:xfrm>
            <a:off x="342867" y="2433490"/>
            <a:ext cx="4846387" cy="3574117"/>
            <a:chOff x="1773868" y="656"/>
            <a:chExt cx="4846387" cy="1535816"/>
          </a:xfrm>
        </p:grpSpPr>
        <p:sp>
          <p:nvSpPr>
            <p:cNvPr id="5" name="Rectángulo 4">
              <a:extLst>
                <a:ext uri="{FF2B5EF4-FFF2-40B4-BE49-F238E27FC236}">
                  <a16:creationId xmlns:a16="http://schemas.microsoft.com/office/drawing/2014/main" id="{FCD63AD7-C94A-3089-089F-BEA99FC4D64E}"/>
                </a:ext>
              </a:extLst>
            </p:cNvPr>
            <p:cNvSpPr/>
            <p:nvPr/>
          </p:nvSpPr>
          <p:spPr>
            <a:xfrm>
              <a:off x="1773868" y="656"/>
              <a:ext cx="4846387" cy="153581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6" name="CuadroTexto 5">
              <a:extLst>
                <a:ext uri="{FF2B5EF4-FFF2-40B4-BE49-F238E27FC236}">
                  <a16:creationId xmlns:a16="http://schemas.microsoft.com/office/drawing/2014/main" id="{A6A2E573-95D8-7D55-5026-DB1B41CBCD59}"/>
                </a:ext>
              </a:extLst>
            </p:cNvPr>
            <p:cNvSpPr txBox="1"/>
            <p:nvPr/>
          </p:nvSpPr>
          <p:spPr>
            <a:xfrm>
              <a:off x="1773868" y="656"/>
              <a:ext cx="4846387" cy="15358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62541" tIns="162541" rIns="162541" bIns="162541" numCol="1" spcCol="1270" anchor="ctr" anchorCtr="0">
              <a:noAutofit/>
            </a:bodyPr>
            <a:lstStyle/>
            <a:p>
              <a:r>
                <a:rPr lang="es-MX" sz="1400" dirty="0" err="1"/>
                <a:t>Databricks</a:t>
              </a:r>
              <a:r>
                <a:rPr lang="es-MX" sz="1400" dirty="0"/>
                <a:t> es una plataforma unificada de análisis de datos en la nube que fue fundada por los creadores de Apache </a:t>
              </a:r>
              <a:r>
                <a:rPr lang="es-MX" sz="1400" dirty="0" err="1"/>
                <a:t>Spark</a:t>
              </a:r>
              <a:r>
                <a:rPr lang="es-MX" sz="1400" dirty="0"/>
                <a:t>. Proporciona un entorno colaborativo que integra cuadernos interactivos (notebooks), almacenamiento en la nube, procesamiento distribuido y herramientas de inteligencia artificial y machine </a:t>
              </a:r>
              <a:r>
                <a:rPr lang="es-MX" sz="1400" dirty="0" err="1"/>
                <a:t>learning</a:t>
              </a:r>
              <a:r>
                <a:rPr lang="es-MX" sz="1400" dirty="0"/>
                <a:t>.</a:t>
              </a:r>
            </a:p>
            <a:p>
              <a:endParaRPr lang="es-MX" sz="1400" dirty="0"/>
            </a:p>
            <a:p>
              <a:r>
                <a:rPr lang="es-MX" sz="1400" dirty="0" err="1"/>
                <a:t>Databricks</a:t>
              </a:r>
              <a:r>
                <a:rPr lang="es-MX" sz="1400" dirty="0"/>
                <a:t> permite la conexión a múltiples fuentes de datos, incluyendo bases de datos tradicionales (SQL Server, MySQL, PostgreSQL) y almacenes de datos modernos como Delta Lake, facilitando así un enfoque </a:t>
              </a:r>
              <a:r>
                <a:rPr lang="es-MX" sz="1400" i="1" dirty="0" err="1"/>
                <a:t>Lakehouse</a:t>
              </a:r>
              <a:r>
                <a:rPr lang="es-MX" sz="1400" dirty="0"/>
                <a:t> que unifica data </a:t>
              </a:r>
              <a:r>
                <a:rPr lang="es-MX" sz="1400" dirty="0" err="1"/>
                <a:t>lakes</a:t>
              </a:r>
              <a:r>
                <a:rPr lang="es-MX" sz="1400" dirty="0"/>
                <a:t> y data </a:t>
              </a:r>
              <a:r>
                <a:rPr lang="es-MX" sz="1400" dirty="0" err="1"/>
                <a:t>warehouses</a:t>
              </a:r>
              <a:r>
                <a:rPr lang="es-MX" sz="1400" dirty="0"/>
                <a:t>. </a:t>
              </a:r>
            </a:p>
          </p:txBody>
        </p:sp>
      </p:grpSp>
    </p:spTree>
    <p:extLst>
      <p:ext uri="{BB962C8B-B14F-4D97-AF65-F5344CB8AC3E}">
        <p14:creationId xmlns:p14="http://schemas.microsoft.com/office/powerpoint/2010/main" val="3865216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66AF823-998D-B8D4-E707-2DEBDB67760E}"/>
              </a:ext>
            </a:extLst>
          </p:cNvPr>
          <p:cNvSpPr>
            <a:spLocks noGrp="1"/>
          </p:cNvSpPr>
          <p:nvPr>
            <p:ph type="title"/>
          </p:nvPr>
        </p:nvSpPr>
        <p:spPr>
          <a:xfrm>
            <a:off x="517870" y="978408"/>
            <a:ext cx="3465681" cy="2450592"/>
          </a:xfrm>
        </p:spPr>
        <p:txBody>
          <a:bodyPr vert="horz" lIns="91440" tIns="45720" rIns="91440" bIns="45720" rtlCol="0" anchor="t">
            <a:normAutofit/>
          </a:bodyPr>
          <a:lstStyle/>
          <a:p>
            <a:r>
              <a:rPr lang="en-US" sz="4800" dirty="0">
                <a:solidFill>
                  <a:schemeClr val="tx2"/>
                </a:solidFill>
              </a:rPr>
              <a:t>Más </a:t>
            </a:r>
            <a:r>
              <a:rPr lang="en-US" sz="4800" dirty="0" err="1">
                <a:solidFill>
                  <a:schemeClr val="tx2"/>
                </a:solidFill>
              </a:rPr>
              <a:t>sobre</a:t>
            </a:r>
            <a:r>
              <a:rPr lang="en-US" sz="4800" dirty="0">
                <a:solidFill>
                  <a:schemeClr val="tx2"/>
                </a:solidFill>
              </a:rPr>
              <a:t> </a:t>
            </a:r>
            <a:r>
              <a:rPr lang="en-US" sz="4800" dirty="0" err="1">
                <a:solidFill>
                  <a:schemeClr val="tx2"/>
                </a:solidFill>
              </a:rPr>
              <a:t>el</a:t>
            </a:r>
            <a:r>
              <a:rPr lang="en-US" sz="4800" dirty="0">
                <a:solidFill>
                  <a:schemeClr val="tx2"/>
                </a:solidFill>
              </a:rPr>
              <a:t> Catalyst Optimizer </a:t>
            </a:r>
          </a:p>
        </p:txBody>
      </p:sp>
      <p:sp>
        <p:nvSpPr>
          <p:cNvPr id="15" name="Rectangle 14">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graphicFrame>
        <p:nvGraphicFramePr>
          <p:cNvPr id="4" name="Tabla 3">
            <a:extLst>
              <a:ext uri="{FF2B5EF4-FFF2-40B4-BE49-F238E27FC236}">
                <a16:creationId xmlns:a16="http://schemas.microsoft.com/office/drawing/2014/main" id="{9A140A98-9D99-6FDC-A8F2-A356A9EBF5A9}"/>
              </a:ext>
            </a:extLst>
          </p:cNvPr>
          <p:cNvGraphicFramePr>
            <a:graphicFrameLocks noGrp="1"/>
          </p:cNvGraphicFramePr>
          <p:nvPr>
            <p:extLst>
              <p:ext uri="{D42A27DB-BD31-4B8C-83A1-F6EECF244321}">
                <p14:modId xmlns:p14="http://schemas.microsoft.com/office/powerpoint/2010/main" val="1254612310"/>
              </p:ext>
            </p:extLst>
          </p:nvPr>
        </p:nvGraphicFramePr>
        <p:xfrm>
          <a:off x="4232366" y="772869"/>
          <a:ext cx="7438427" cy="5411169"/>
        </p:xfrm>
        <a:graphic>
          <a:graphicData uri="http://schemas.openxmlformats.org/drawingml/2006/table">
            <a:tbl>
              <a:tblPr/>
              <a:tblGrid>
                <a:gridCol w="3538552">
                  <a:extLst>
                    <a:ext uri="{9D8B030D-6E8A-4147-A177-3AD203B41FA5}">
                      <a16:colId xmlns:a16="http://schemas.microsoft.com/office/drawing/2014/main" val="3477506182"/>
                    </a:ext>
                  </a:extLst>
                </a:gridCol>
                <a:gridCol w="3899875">
                  <a:extLst>
                    <a:ext uri="{9D8B030D-6E8A-4147-A177-3AD203B41FA5}">
                      <a16:colId xmlns:a16="http://schemas.microsoft.com/office/drawing/2014/main" val="4131699168"/>
                    </a:ext>
                  </a:extLst>
                </a:gridCol>
              </a:tblGrid>
              <a:tr h="381557">
                <a:tc>
                  <a:txBody>
                    <a:bodyPr/>
                    <a:lstStyle/>
                    <a:p>
                      <a:pPr algn="l" fontAlgn="ctr">
                        <a:buNone/>
                      </a:pPr>
                      <a:r>
                        <a:rPr lang="es-MX" sz="1700" b="0" i="0" u="none" strike="noStrike">
                          <a:effectLst/>
                          <a:latin typeface="Arial" panose="020B0604020202020204" pitchFamily="34" charset="0"/>
                        </a:rPr>
                        <a:t>Etapa</a:t>
                      </a:r>
                    </a:p>
                  </a:txBody>
                  <a:tcPr marL="86717" marR="86717" marT="43359" marB="43359" anchor="ctr">
                    <a:lnL>
                      <a:noFill/>
                    </a:lnL>
                    <a:lnR>
                      <a:noFill/>
                    </a:lnR>
                    <a:lnT>
                      <a:noFill/>
                    </a:lnT>
                    <a:lnB>
                      <a:noFill/>
                    </a:lnB>
                    <a:noFill/>
                  </a:tcPr>
                </a:tc>
                <a:tc>
                  <a:txBody>
                    <a:bodyPr/>
                    <a:lstStyle/>
                    <a:p>
                      <a:pPr algn="l" fontAlgn="ctr">
                        <a:buNone/>
                      </a:pPr>
                      <a:r>
                        <a:rPr lang="es-MX" sz="1700" b="0" i="0" u="none" strike="noStrike">
                          <a:effectLst/>
                          <a:latin typeface="Arial" panose="020B0604020202020204" pitchFamily="34" charset="0"/>
                        </a:rPr>
                        <a:t>Descripción</a:t>
                      </a:r>
                    </a:p>
                  </a:txBody>
                  <a:tcPr marL="86717" marR="86717" marT="43359" marB="43359" anchor="ctr">
                    <a:lnL>
                      <a:noFill/>
                    </a:lnL>
                    <a:lnR>
                      <a:noFill/>
                    </a:lnR>
                    <a:lnT>
                      <a:noFill/>
                    </a:lnT>
                    <a:lnB>
                      <a:noFill/>
                    </a:lnB>
                    <a:noFill/>
                  </a:tcPr>
                </a:tc>
                <a:extLst>
                  <a:ext uri="{0D108BD9-81ED-4DB2-BD59-A6C34878D82A}">
                    <a16:rowId xmlns:a16="http://schemas.microsoft.com/office/drawing/2014/main" val="2559670308"/>
                  </a:ext>
                </a:extLst>
              </a:tr>
              <a:tr h="901861">
                <a:tc>
                  <a:txBody>
                    <a:bodyPr/>
                    <a:lstStyle/>
                    <a:p>
                      <a:pPr algn="l" fontAlgn="ctr">
                        <a:buNone/>
                      </a:pPr>
                      <a:r>
                        <a:rPr lang="es-MX" sz="1700" b="1" i="0" u="none" strike="noStrike">
                          <a:effectLst/>
                          <a:latin typeface="Arial" panose="020B0604020202020204" pitchFamily="34" charset="0"/>
                        </a:rPr>
                        <a:t>1. Análisis (Analysis)</a:t>
                      </a:r>
                      <a:endParaRPr lang="es-MX" sz="1700" b="0" i="0" u="none" strike="noStrike">
                        <a:effectLst/>
                        <a:latin typeface="Arial" panose="020B0604020202020204" pitchFamily="34" charset="0"/>
                      </a:endParaRPr>
                    </a:p>
                  </a:txBody>
                  <a:tcPr marL="86717" marR="86717" marT="43359" marB="43359" anchor="ctr">
                    <a:lnL>
                      <a:noFill/>
                    </a:lnL>
                    <a:lnR>
                      <a:noFill/>
                    </a:lnR>
                    <a:lnT>
                      <a:noFill/>
                    </a:lnT>
                    <a:lnB>
                      <a:noFill/>
                    </a:lnB>
                    <a:noFill/>
                  </a:tcPr>
                </a:tc>
                <a:tc>
                  <a:txBody>
                    <a:bodyPr/>
                    <a:lstStyle/>
                    <a:p>
                      <a:pPr algn="l" fontAlgn="ctr">
                        <a:buNone/>
                      </a:pPr>
                      <a:r>
                        <a:rPr lang="es-MX" sz="1700" b="0" i="0" u="none" strike="noStrike">
                          <a:effectLst/>
                          <a:latin typeface="Arial" panose="020B0604020202020204" pitchFamily="34" charset="0"/>
                        </a:rPr>
                        <a:t>Spark convierte la consulta SQL o DataFrame en un </a:t>
                      </a:r>
                      <a:r>
                        <a:rPr lang="es-MX" sz="1700" b="1" i="0" u="none" strike="noStrike">
                          <a:effectLst/>
                          <a:latin typeface="Arial" panose="020B0604020202020204" pitchFamily="34" charset="0"/>
                        </a:rPr>
                        <a:t>árbol lógico sin tipos</a:t>
                      </a:r>
                      <a:r>
                        <a:rPr lang="es-MX" sz="1700" b="0" i="0" u="none" strike="noStrike">
                          <a:effectLst/>
                          <a:latin typeface="Arial" panose="020B0604020202020204" pitchFamily="34" charset="0"/>
                        </a:rPr>
                        <a:t> y lo valida contra el esquema.</a:t>
                      </a:r>
                    </a:p>
                  </a:txBody>
                  <a:tcPr marL="86717" marR="86717" marT="43359" marB="43359" anchor="ctr">
                    <a:lnL>
                      <a:noFill/>
                    </a:lnL>
                    <a:lnR>
                      <a:noFill/>
                    </a:lnR>
                    <a:lnT>
                      <a:noFill/>
                    </a:lnT>
                    <a:lnB>
                      <a:noFill/>
                    </a:lnB>
                    <a:noFill/>
                  </a:tcPr>
                </a:tc>
                <a:extLst>
                  <a:ext uri="{0D108BD9-81ED-4DB2-BD59-A6C34878D82A}">
                    <a16:rowId xmlns:a16="http://schemas.microsoft.com/office/drawing/2014/main" val="2750119952"/>
                  </a:ext>
                </a:extLst>
              </a:tr>
              <a:tr h="1162014">
                <a:tc>
                  <a:txBody>
                    <a:bodyPr/>
                    <a:lstStyle/>
                    <a:p>
                      <a:pPr algn="l" fontAlgn="ctr">
                        <a:buNone/>
                      </a:pPr>
                      <a:r>
                        <a:rPr lang="es-MX" sz="1700" b="1" i="0" u="none" strike="noStrike">
                          <a:effectLst/>
                          <a:latin typeface="Arial" panose="020B0604020202020204" pitchFamily="34" charset="0"/>
                        </a:rPr>
                        <a:t>2. Resolución (Resolution)</a:t>
                      </a:r>
                      <a:endParaRPr lang="es-MX" sz="1700" b="0" i="0" u="none" strike="noStrike">
                        <a:effectLst/>
                        <a:latin typeface="Arial" panose="020B0604020202020204" pitchFamily="34" charset="0"/>
                      </a:endParaRPr>
                    </a:p>
                  </a:txBody>
                  <a:tcPr marL="86717" marR="86717" marT="43359" marB="43359" anchor="ctr">
                    <a:lnL>
                      <a:noFill/>
                    </a:lnL>
                    <a:lnR>
                      <a:noFill/>
                    </a:lnR>
                    <a:lnT>
                      <a:noFill/>
                    </a:lnT>
                    <a:lnB>
                      <a:noFill/>
                    </a:lnB>
                    <a:noFill/>
                  </a:tcPr>
                </a:tc>
                <a:tc>
                  <a:txBody>
                    <a:bodyPr/>
                    <a:lstStyle/>
                    <a:p>
                      <a:pPr algn="l" fontAlgn="ctr">
                        <a:buNone/>
                      </a:pPr>
                      <a:r>
                        <a:rPr lang="es-MX" sz="1700" b="0" i="0" u="none" strike="noStrike">
                          <a:effectLst/>
                          <a:latin typeface="Arial" panose="020B0604020202020204" pitchFamily="34" charset="0"/>
                        </a:rPr>
                        <a:t>Se resuelven referencias (como nombres de columnas y funciones), convirtiendo el árbol en una forma </a:t>
                      </a:r>
                      <a:r>
                        <a:rPr lang="es-MX" sz="1700" b="1" i="0" u="none" strike="noStrike">
                          <a:effectLst/>
                          <a:latin typeface="Arial" panose="020B0604020202020204" pitchFamily="34" charset="0"/>
                        </a:rPr>
                        <a:t>tipada y válida</a:t>
                      </a:r>
                      <a:r>
                        <a:rPr lang="es-MX" sz="1700" b="0" i="0" u="none" strike="noStrike">
                          <a:effectLst/>
                          <a:latin typeface="Arial" panose="020B0604020202020204" pitchFamily="34" charset="0"/>
                        </a:rPr>
                        <a:t>.</a:t>
                      </a:r>
                    </a:p>
                  </a:txBody>
                  <a:tcPr marL="86717" marR="86717" marT="43359" marB="43359" anchor="ctr">
                    <a:lnL>
                      <a:noFill/>
                    </a:lnL>
                    <a:lnR>
                      <a:noFill/>
                    </a:lnR>
                    <a:lnT>
                      <a:noFill/>
                    </a:lnT>
                    <a:lnB>
                      <a:noFill/>
                    </a:lnB>
                    <a:noFill/>
                  </a:tcPr>
                </a:tc>
                <a:extLst>
                  <a:ext uri="{0D108BD9-81ED-4DB2-BD59-A6C34878D82A}">
                    <a16:rowId xmlns:a16="http://schemas.microsoft.com/office/drawing/2014/main" val="1894235982"/>
                  </a:ext>
                </a:extLst>
              </a:tr>
              <a:tr h="1162014">
                <a:tc>
                  <a:txBody>
                    <a:bodyPr/>
                    <a:lstStyle/>
                    <a:p>
                      <a:pPr algn="l" fontAlgn="ctr">
                        <a:buNone/>
                      </a:pPr>
                      <a:r>
                        <a:rPr lang="es-MX" sz="1700" b="1" i="0" u="none" strike="noStrike">
                          <a:effectLst/>
                          <a:latin typeface="Arial" panose="020B0604020202020204" pitchFamily="34" charset="0"/>
                        </a:rPr>
                        <a:t>3. Optimización lógica</a:t>
                      </a:r>
                      <a:endParaRPr lang="es-MX" sz="1700" b="0" i="0" u="none" strike="noStrike">
                        <a:effectLst/>
                        <a:latin typeface="Arial" panose="020B0604020202020204" pitchFamily="34" charset="0"/>
                      </a:endParaRPr>
                    </a:p>
                  </a:txBody>
                  <a:tcPr marL="86717" marR="86717" marT="43359" marB="43359" anchor="ctr">
                    <a:lnL>
                      <a:noFill/>
                    </a:lnL>
                    <a:lnR>
                      <a:noFill/>
                    </a:lnR>
                    <a:lnT>
                      <a:noFill/>
                    </a:lnT>
                    <a:lnB>
                      <a:noFill/>
                    </a:lnB>
                    <a:noFill/>
                  </a:tcPr>
                </a:tc>
                <a:tc>
                  <a:txBody>
                    <a:bodyPr/>
                    <a:lstStyle/>
                    <a:p>
                      <a:pPr algn="l" fontAlgn="ctr">
                        <a:buNone/>
                      </a:pPr>
                      <a:r>
                        <a:rPr lang="es-MX" sz="1700" b="0" i="0" u="none" strike="noStrike">
                          <a:effectLst/>
                          <a:latin typeface="Arial" panose="020B0604020202020204" pitchFamily="34" charset="0"/>
                        </a:rPr>
                        <a:t>Se aplica un conjunto de </a:t>
                      </a:r>
                      <a:r>
                        <a:rPr lang="es-MX" sz="1700" b="1" i="0" u="none" strike="noStrike">
                          <a:effectLst/>
                          <a:latin typeface="Arial" panose="020B0604020202020204" pitchFamily="34" charset="0"/>
                        </a:rPr>
                        <a:t>reglas de optimización lógica</a:t>
                      </a:r>
                      <a:r>
                        <a:rPr lang="es-MX" sz="1700" b="0" i="0" u="none" strike="noStrike">
                          <a:effectLst/>
                          <a:latin typeface="Arial" panose="020B0604020202020204" pitchFamily="34" charset="0"/>
                        </a:rPr>
                        <a:t>, como proyección de columnas, filtrado temprano, combinación de filtros, etc.</a:t>
                      </a:r>
                    </a:p>
                  </a:txBody>
                  <a:tcPr marL="86717" marR="86717" marT="43359" marB="43359" anchor="ctr">
                    <a:lnL>
                      <a:noFill/>
                    </a:lnL>
                    <a:lnR>
                      <a:noFill/>
                    </a:lnR>
                    <a:lnT>
                      <a:noFill/>
                    </a:lnT>
                    <a:lnB>
                      <a:noFill/>
                    </a:lnB>
                    <a:noFill/>
                  </a:tcPr>
                </a:tc>
                <a:extLst>
                  <a:ext uri="{0D108BD9-81ED-4DB2-BD59-A6C34878D82A}">
                    <a16:rowId xmlns:a16="http://schemas.microsoft.com/office/drawing/2014/main" val="3009654764"/>
                  </a:ext>
                </a:extLst>
              </a:tr>
              <a:tr h="1162014">
                <a:tc>
                  <a:txBody>
                    <a:bodyPr/>
                    <a:lstStyle/>
                    <a:p>
                      <a:pPr algn="l" fontAlgn="ctr">
                        <a:buNone/>
                      </a:pPr>
                      <a:r>
                        <a:rPr lang="es-MX" sz="1700" b="1" i="0" u="none" strike="noStrike">
                          <a:effectLst/>
                          <a:latin typeface="Arial" panose="020B0604020202020204" pitchFamily="34" charset="0"/>
                        </a:rPr>
                        <a:t>4. Generación de planes físicos</a:t>
                      </a:r>
                      <a:endParaRPr lang="es-MX" sz="1700" b="0" i="0" u="none" strike="noStrike">
                        <a:effectLst/>
                        <a:latin typeface="Arial" panose="020B0604020202020204" pitchFamily="34" charset="0"/>
                      </a:endParaRPr>
                    </a:p>
                  </a:txBody>
                  <a:tcPr marL="86717" marR="86717" marT="43359" marB="43359" anchor="ctr">
                    <a:lnL>
                      <a:noFill/>
                    </a:lnL>
                    <a:lnR>
                      <a:noFill/>
                    </a:lnR>
                    <a:lnT>
                      <a:noFill/>
                    </a:lnT>
                    <a:lnB>
                      <a:noFill/>
                    </a:lnB>
                    <a:noFill/>
                  </a:tcPr>
                </a:tc>
                <a:tc>
                  <a:txBody>
                    <a:bodyPr/>
                    <a:lstStyle/>
                    <a:p>
                      <a:pPr algn="l" fontAlgn="ctr">
                        <a:buNone/>
                      </a:pPr>
                      <a:r>
                        <a:rPr lang="es-MX" sz="1700" b="0" i="0" u="none" strike="noStrike">
                          <a:effectLst/>
                          <a:latin typeface="Arial" panose="020B0604020202020204" pitchFamily="34" charset="0"/>
                        </a:rPr>
                        <a:t>Se crean múltiples </a:t>
                      </a:r>
                      <a:r>
                        <a:rPr lang="es-MX" sz="1700" b="1" i="0" u="none" strike="noStrike">
                          <a:effectLst/>
                          <a:latin typeface="Arial" panose="020B0604020202020204" pitchFamily="34" charset="0"/>
                        </a:rPr>
                        <a:t>planes físicos</a:t>
                      </a:r>
                      <a:r>
                        <a:rPr lang="es-MX" sz="1700" b="0" i="0" u="none" strike="noStrike">
                          <a:effectLst/>
                          <a:latin typeface="Arial" panose="020B0604020202020204" pitchFamily="34" charset="0"/>
                        </a:rPr>
                        <a:t> (distintas formas de ejecutar la consulta), cada uno con un estimado de costo.</a:t>
                      </a:r>
                    </a:p>
                  </a:txBody>
                  <a:tcPr marL="86717" marR="86717" marT="43359" marB="43359" anchor="ctr">
                    <a:lnL>
                      <a:noFill/>
                    </a:lnL>
                    <a:lnR>
                      <a:noFill/>
                    </a:lnR>
                    <a:lnT>
                      <a:noFill/>
                    </a:lnT>
                    <a:lnB>
                      <a:noFill/>
                    </a:lnB>
                    <a:noFill/>
                  </a:tcPr>
                </a:tc>
                <a:extLst>
                  <a:ext uri="{0D108BD9-81ED-4DB2-BD59-A6C34878D82A}">
                    <a16:rowId xmlns:a16="http://schemas.microsoft.com/office/drawing/2014/main" val="245544231"/>
                  </a:ext>
                </a:extLst>
              </a:tr>
              <a:tr h="641709">
                <a:tc>
                  <a:txBody>
                    <a:bodyPr/>
                    <a:lstStyle/>
                    <a:p>
                      <a:pPr algn="l" fontAlgn="ctr">
                        <a:buNone/>
                      </a:pPr>
                      <a:r>
                        <a:rPr lang="es-MX" sz="1700" b="1" i="0" u="none" strike="noStrike">
                          <a:effectLst/>
                          <a:latin typeface="Arial" panose="020B0604020202020204" pitchFamily="34" charset="0"/>
                        </a:rPr>
                        <a:t>5. Selección del plan óptimo</a:t>
                      </a:r>
                      <a:endParaRPr lang="es-MX" sz="1700" b="0" i="0" u="none" strike="noStrike">
                        <a:effectLst/>
                        <a:latin typeface="Arial" panose="020B0604020202020204" pitchFamily="34" charset="0"/>
                      </a:endParaRPr>
                    </a:p>
                  </a:txBody>
                  <a:tcPr marL="86717" marR="86717" marT="43359" marB="43359" anchor="ctr">
                    <a:lnL>
                      <a:noFill/>
                    </a:lnL>
                    <a:lnR>
                      <a:noFill/>
                    </a:lnR>
                    <a:lnT>
                      <a:noFill/>
                    </a:lnT>
                    <a:lnB>
                      <a:noFill/>
                    </a:lnB>
                    <a:noFill/>
                  </a:tcPr>
                </a:tc>
                <a:tc>
                  <a:txBody>
                    <a:bodyPr/>
                    <a:lstStyle/>
                    <a:p>
                      <a:pPr algn="l" fontAlgn="ctr">
                        <a:buNone/>
                      </a:pPr>
                      <a:r>
                        <a:rPr lang="es-MX" sz="1700" b="0" i="0" u="none" strike="noStrike" dirty="0" err="1">
                          <a:effectLst/>
                          <a:latin typeface="Arial" panose="020B0604020202020204" pitchFamily="34" charset="0"/>
                        </a:rPr>
                        <a:t>Spark</a:t>
                      </a:r>
                      <a:r>
                        <a:rPr lang="es-MX" sz="1700" b="0" i="0" u="none" strike="noStrike" dirty="0">
                          <a:effectLst/>
                          <a:latin typeface="Arial" panose="020B0604020202020204" pitchFamily="34" charset="0"/>
                        </a:rPr>
                        <a:t> elige el </a:t>
                      </a:r>
                      <a:r>
                        <a:rPr lang="es-MX" sz="1700" b="1" i="0" u="none" strike="noStrike" dirty="0">
                          <a:effectLst/>
                          <a:latin typeface="Arial" panose="020B0604020202020204" pitchFamily="34" charset="0"/>
                        </a:rPr>
                        <a:t>plan físico de menor costo</a:t>
                      </a:r>
                      <a:r>
                        <a:rPr lang="es-MX" sz="1700" b="0" i="0" u="none" strike="noStrike" dirty="0">
                          <a:effectLst/>
                          <a:latin typeface="Arial" panose="020B0604020202020204" pitchFamily="34" charset="0"/>
                        </a:rPr>
                        <a:t> y lo ejecuta en el clúster.</a:t>
                      </a:r>
                    </a:p>
                  </a:txBody>
                  <a:tcPr marL="86717" marR="86717" marT="43359" marB="43359" anchor="ctr">
                    <a:lnL>
                      <a:noFill/>
                    </a:lnL>
                    <a:lnR>
                      <a:noFill/>
                    </a:lnR>
                    <a:lnT>
                      <a:noFill/>
                    </a:lnT>
                    <a:lnB>
                      <a:noFill/>
                    </a:lnB>
                    <a:noFill/>
                  </a:tcPr>
                </a:tc>
                <a:extLst>
                  <a:ext uri="{0D108BD9-81ED-4DB2-BD59-A6C34878D82A}">
                    <a16:rowId xmlns:a16="http://schemas.microsoft.com/office/drawing/2014/main" val="631218351"/>
                  </a:ext>
                </a:extLst>
              </a:tr>
            </a:tbl>
          </a:graphicData>
        </a:graphic>
      </p:graphicFrame>
    </p:spTree>
    <p:extLst>
      <p:ext uri="{BB962C8B-B14F-4D97-AF65-F5344CB8AC3E}">
        <p14:creationId xmlns:p14="http://schemas.microsoft.com/office/powerpoint/2010/main" val="170849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4E6944-EEB0-F2CF-2925-73D883C4827C}"/>
              </a:ext>
            </a:extLst>
          </p:cNvPr>
          <p:cNvSpPr>
            <a:spLocks noGrp="1"/>
          </p:cNvSpPr>
          <p:nvPr>
            <p:ph type="title"/>
          </p:nvPr>
        </p:nvSpPr>
        <p:spPr/>
        <p:txBody>
          <a:bodyPr/>
          <a:lstStyle/>
          <a:p>
            <a:r>
              <a:rPr lang="es-MX" dirty="0" err="1"/>
              <a:t>Bibliografia</a:t>
            </a:r>
            <a:endParaRPr lang="es-MX" dirty="0"/>
          </a:p>
        </p:txBody>
      </p:sp>
      <p:sp>
        <p:nvSpPr>
          <p:cNvPr id="3" name="Marcador de contenido 2">
            <a:extLst>
              <a:ext uri="{FF2B5EF4-FFF2-40B4-BE49-F238E27FC236}">
                <a16:creationId xmlns:a16="http://schemas.microsoft.com/office/drawing/2014/main" id="{A69D269F-BCAE-DF80-E839-C337243DDC8A}"/>
              </a:ext>
            </a:extLst>
          </p:cNvPr>
          <p:cNvSpPr>
            <a:spLocks noGrp="1"/>
          </p:cNvSpPr>
          <p:nvPr>
            <p:ph idx="1"/>
          </p:nvPr>
        </p:nvSpPr>
        <p:spPr/>
        <p:txBody>
          <a:bodyPr/>
          <a:lstStyle/>
          <a:p>
            <a:r>
              <a:rPr lang="en-US" dirty="0"/>
              <a:t>Apache </a:t>
            </a:r>
            <a:r>
              <a:rPr lang="en-US" dirty="0" err="1"/>
              <a:t>SparkTM</a:t>
            </a:r>
            <a:r>
              <a:rPr lang="en-US" dirty="0"/>
              <a:t> - Unified Engine for large-scale data analytics. (s. f.). </a:t>
            </a:r>
            <a:r>
              <a:rPr lang="en-US" dirty="0">
                <a:hlinkClick r:id="rId2"/>
              </a:rPr>
              <a:t>https://spark.apache.org/</a:t>
            </a:r>
            <a:endParaRPr lang="en-US" dirty="0"/>
          </a:p>
          <a:p>
            <a:r>
              <a:rPr lang="en-US" dirty="0"/>
              <a:t>Databricks: Leading Data and AI Solutions for Enterprises. (s. f.). Databricks. </a:t>
            </a:r>
            <a:r>
              <a:rPr lang="en-US" dirty="0">
                <a:hlinkClick r:id="rId3"/>
              </a:rPr>
              <a:t>https://www.databricks.com/</a:t>
            </a:r>
            <a:r>
              <a:rPr lang="en-US" dirty="0"/>
              <a:t> </a:t>
            </a:r>
            <a:endParaRPr lang="es-MX" dirty="0"/>
          </a:p>
        </p:txBody>
      </p:sp>
    </p:spTree>
    <p:extLst>
      <p:ext uri="{BB962C8B-B14F-4D97-AF65-F5344CB8AC3E}">
        <p14:creationId xmlns:p14="http://schemas.microsoft.com/office/powerpoint/2010/main" val="77854730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612</TotalTime>
  <Words>983</Words>
  <Application>Microsoft Office PowerPoint</Application>
  <PresentationFormat>Panorámica</PresentationFormat>
  <Paragraphs>90</Paragraphs>
  <Slides>7</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Aptos</vt:lpstr>
      <vt:lpstr>Arial</vt:lpstr>
      <vt:lpstr>Bierstadt</vt:lpstr>
      <vt:lpstr>GestaltVTI</vt:lpstr>
      <vt:lpstr>El uso de las Bases de Datos en ambientes de Programación</vt:lpstr>
      <vt:lpstr>Antecedentes</vt:lpstr>
      <vt:lpstr>Principales Caracteristicas - Apache Spark</vt:lpstr>
      <vt:lpstr>Desventajas de Apache Spark</vt:lpstr>
      <vt:lpstr>Valor Agregado de Databricks</vt:lpstr>
      <vt:lpstr>Más sobre el Catalyst Optimizer </vt:lpstr>
      <vt:lpstr>Bibliografia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JULIO CESAR RAMIRO MAYORGA</dc:creator>
  <cp:lastModifiedBy>JULIO CESAR RAMIRO MAYORGA</cp:lastModifiedBy>
  <cp:revision>4</cp:revision>
  <dcterms:created xsi:type="dcterms:W3CDTF">2025-07-19T06:09:31Z</dcterms:created>
  <dcterms:modified xsi:type="dcterms:W3CDTF">2025-07-25T05:08:29Z</dcterms:modified>
</cp:coreProperties>
</file>